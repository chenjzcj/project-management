
<file path=[Content_Types].xml><?xml version="1.0" encoding="utf-8"?>
<Types xmlns="http://schemas.openxmlformats.org/package/2006/content-types">
  <Override PartName="/ppt/slides/slide47.xml" ContentType="application/vnd.openxmlformats-officedocument.presentationml.slide+xml"/>
  <Override PartName="/ppt/notesSlides/notesSlide2.xml" ContentType="application/vnd.openxmlformats-officedocument.presentationml.notesSlide+xml"/>
  <Override PartName="/ppt/diagrams/colors22.xml" ContentType="application/vnd.openxmlformats-officedocument.drawingml.diagramColors+xml"/>
  <Override PartName="/ppt/slides/slide36.xml" ContentType="application/vnd.openxmlformats-officedocument.presentationml.slide+xml"/>
  <Override PartName="/ppt/diagrams/colors11.xml" ContentType="application/vnd.openxmlformats-officedocument.drawingml.diagramColors+xml"/>
  <Override PartName="/ppt/diagrams/data24.xml" ContentType="application/vnd.openxmlformats-officedocument.drawingml.diagramData+xml"/>
  <Override PartName="/ppt/slides/slide25.xml" ContentType="application/vnd.openxmlformats-officedocument.presentationml.slide+xml"/>
  <Override PartName="/ppt/slideLayouts/slideLayout2.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Override PartName="/ppt/diagrams/quickStyle28.xml" ContentType="application/vnd.openxmlformats-officedocument.drawingml.diagramStyl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diagrams/quickStyle17.xml" ContentType="application/vnd.openxmlformats-officedocument.drawingml.diagramStyl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data6.xml" ContentType="application/vnd.openxmlformats-officedocument.drawingml.diagramData+xml"/>
  <Override PartName="/ppt/diagrams/layout17.xml" ContentType="application/vnd.openxmlformats-officedocument.drawingml.diagramLayout+xml"/>
  <Override PartName="/ppt/diagrams/quickStyle24.xml" ContentType="application/vnd.openxmlformats-officedocument.drawingml.diagramStyle+xml"/>
  <Override PartName="/ppt/diagrams/layout28.xml" ContentType="application/vnd.openxmlformats-officedocument.drawingml.diagramLayout+xml"/>
  <Override PartName="/ppt/diagrams/colors8.xml" ContentType="application/vnd.openxmlformats-officedocument.drawingml.diagramColors+xml"/>
  <Override PartName="/ppt/diagrams/quickStyle13.xml" ContentType="application/vnd.openxmlformats-officedocument.drawingml.diagramStyle+xml"/>
  <Override PartName="/ppt/diagrams/quickStyle31.xml" ContentType="application/vnd.openxmlformats-officedocument.drawingml.diagramStyle+xml"/>
  <Override PartName="/ppt/diagrams/layout1.xml" ContentType="application/vnd.openxmlformats-officedocument.drawingml.diagramLayout+xml"/>
  <Override PartName="/ppt/diagrams/data2.xml" ContentType="application/vnd.openxmlformats-officedocument.drawingml.diagramData+xml"/>
  <Override PartName="/ppt/diagrams/layout13.xml" ContentType="application/vnd.openxmlformats-officedocument.drawingml.diagramLayout+xml"/>
  <Override PartName="/ppt/diagrams/quickStyle20.xml" ContentType="application/vnd.openxmlformats-officedocument.drawingml.diagramStyle+xml"/>
  <Override PartName="/ppt/diagrams/layout24.xml" ContentType="application/vnd.openxmlformats-officedocument.drawingml.diagramLayout+xml"/>
  <Override PartName="/ppt/diagrams/colors27.xml" ContentType="application/vnd.openxmlformats-officedocument.drawingml.diagramColors+xml"/>
  <Override PartName="/ppt/diagrams/data29.xml" ContentType="application/vnd.openxmlformats-officedocument.drawingml.diagramData+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diagrams/quickStyle7.xml" ContentType="application/vnd.openxmlformats-officedocument.drawingml.diagramStyle+xml"/>
  <Override PartName="/ppt/diagrams/colors16.xml" ContentType="application/vnd.openxmlformats-officedocument.drawingml.diagramColors+xml"/>
  <Override PartName="/ppt/diagrams/data18.xml" ContentType="application/vnd.openxmlformats-officedocument.drawingml.diagramData+xml"/>
  <Override PartName="/ppt/diagrams/layout31.xml" ContentType="application/vnd.openxmlformats-officedocument.drawingml.diagramLayout+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12.xml" ContentType="application/vnd.openxmlformats-officedocument.drawingml.diagramColors+xml"/>
  <Override PartName="/ppt/diagrams/layout20.xml" ContentType="application/vnd.openxmlformats-officedocument.drawingml.diagramLayout+xml"/>
  <Override PartName="/ppt/diagrams/colors23.xml" ContentType="application/vnd.openxmlformats-officedocument.drawingml.diagramColors+xml"/>
  <Override PartName="/ppt/diagrams/data25.xml" ContentType="application/vnd.openxmlformats-officedocument.drawingml.diagramData+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iagrams/quickStyle3.xml" ContentType="application/vnd.openxmlformats-officedocument.drawingml.diagramStyle+xml"/>
  <Override PartName="/ppt/diagrams/data14.xml" ContentType="application/vnd.openxmlformats-officedocument.drawingml.diagramData+xml"/>
  <Override PartName="/ppt/diagrams/colors30.xml" ContentType="application/vnd.openxmlformats-officedocument.drawingml.diagramColors+xml"/>
  <Override PartName="/ppt/diagrams/data32.xml" ContentType="application/vnd.openxmlformats-officedocument.drawingml.diagramData+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diagrams/data21.xml" ContentType="application/vnd.openxmlformats-officedocument.drawingml.diagramData+xml"/>
  <Override PartName="/ppt/diagrams/quickStyle29.xml" ContentType="application/vnd.openxmlformats-officedocument.drawingml.diagramStyl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ppt/diagrams/layout6.xml" ContentType="application/vnd.openxmlformats-officedocument.drawingml.diagramLayout+xml"/>
  <Override PartName="/ppt/diagrams/data10.xml" ContentType="application/vnd.openxmlformats-officedocument.drawingml.diagramData+xml"/>
  <Override PartName="/ppt/diagrams/quickStyle18.xml" ContentType="application/vnd.openxmlformats-officedocument.drawingml.diagramStyle+xml"/>
  <Override PartName="/ppt/diagrams/layout29.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layout18.xml" ContentType="application/vnd.openxmlformats-officedocument.drawingml.diagramLayout+xml"/>
  <Override PartName="/ppt/diagrams/quickStyle25.xml" ContentType="application/vnd.openxmlformats-officedocument.drawingml.diagramStyle+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25.xml" ContentType="application/vnd.openxmlformats-officedocument.drawingml.diagramLayout+xml"/>
  <Override PartName="/ppt/diagrams/colors28.xml" ContentType="application/vnd.openxmlformats-officedocument.drawingml.diagramColors+xml"/>
  <Override PartName="/ppt/diagrams/quickStyle32.xml" ContentType="application/vnd.openxmlformats-officedocument.drawingml.diagramStyle+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diagrams/quickStyle10.xml" ContentType="application/vnd.openxmlformats-officedocument.drawingml.diagramStyle+xml"/>
  <Override PartName="/ppt/diagrams/layout14.xml" ContentType="application/vnd.openxmlformats-officedocument.drawingml.diagramLayout+xml"/>
  <Override PartName="/ppt/diagrams/colors17.xml" ContentType="application/vnd.openxmlformats-officedocument.drawingml.diagramColors+xml"/>
  <Override PartName="/ppt/diagrams/quickStyle21.xml" ContentType="application/vnd.openxmlformats-officedocument.drawingml.diagramStyle+xml"/>
  <Override PartName="/ppt/diagrams/layout32.xml" ContentType="application/vnd.openxmlformats-officedocument.drawingml.diagramLayout+xml"/>
  <Override PartName="/ppt/slides/slide49.xml" ContentType="application/vnd.openxmlformats-officedocument.presentationml.slide+xml"/>
  <Override PartName="/ppt/diagrams/data19.xml" ContentType="application/vnd.openxmlformats-officedocument.drawingml.diagramData+xml"/>
  <Override PartName="/ppt/diagrams/layout21.xml" ContentType="application/vnd.openxmlformats-officedocument.drawingml.diagramLayout+xml"/>
  <Override PartName="/ppt/diagrams/colors24.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layout10.xml" ContentType="application/vnd.openxmlformats-officedocument.drawingml.diagramLayout+xml"/>
  <Override PartName="/ppt/diagrams/colors13.xml" ContentType="application/vnd.openxmlformats-officedocument.drawingml.diagramColors+xml"/>
  <Override PartName="/ppt/diagrams/data26.xml" ContentType="application/vnd.openxmlformats-officedocument.drawingml.diagramData+xml"/>
  <Override PartName="/ppt/diagrams/colors3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diagrams/data15.xml" ContentType="application/vnd.openxmlformats-officedocument.drawingml.diagramData+xml"/>
  <Override PartName="/ppt/diagrams/colors20.xml" ContentType="application/vnd.openxmlformats-officedocument.drawingml.diagramColors+xml"/>
  <Override PartName="/ppt/diagrams/data33.xml" ContentType="application/vnd.openxmlformats-officedocument.drawingml.diagramData+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theme/themeOverride3.xml" ContentType="application/vnd.openxmlformats-officedocument.themeOverride+xml"/>
  <Override PartName="/ppt/diagrams/data11.xml" ContentType="application/vnd.openxmlformats-officedocument.drawingml.diagramData+xml"/>
  <Override PartName="/ppt/diagrams/quickStyle19.xml" ContentType="application/vnd.openxmlformats-officedocument.drawingml.diagramStyle+xml"/>
  <Override PartName="/ppt/diagrams/data22.xml" ContentType="application/vnd.openxmlformats-officedocument.drawingml.diagramData+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diagrams/quickStyle26.xml" ContentType="application/vnd.openxmlformats-officedocument.drawingml.diagramStyl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quickStyle15.xml" ContentType="application/vnd.openxmlformats-officedocument.drawingml.diagramStyle+xml"/>
  <Override PartName="/ppt/diagrams/layout19.xml" ContentType="application/vnd.openxmlformats-officedocument.drawingml.diagramLayout+xml"/>
  <Override PartName="/ppt/diagrams/quickStyle33.xml" ContentType="application/vnd.openxmlformats-officedocument.drawingml.diagramStyle+xml"/>
  <Override PartName="/ppt/diagrams/layout3.xml" ContentType="application/vnd.openxmlformats-officedocument.drawingml.diagramLayout+xml"/>
  <Override PartName="/ppt/diagrams/data4.xml" ContentType="application/vnd.openxmlformats-officedocument.drawingml.diagramData+xml"/>
  <Override PartName="/ppt/diagrams/layout15.xml" ContentType="application/vnd.openxmlformats-officedocument.drawingml.diagramLayout+xml"/>
  <Override PartName="/ppt/diagrams/quickStyle22.xml" ContentType="application/vnd.openxmlformats-officedocument.drawingml.diagramStyle+xml"/>
  <Override PartName="/ppt/diagrams/layout26.xml" ContentType="application/vnd.openxmlformats-officedocument.drawingml.diagramLayout+xml"/>
  <Override PartName="/ppt/diagrams/colors29.xml" ContentType="application/vnd.openxmlformats-officedocument.drawingml.diagramColors+xml"/>
  <Override PartName="/ppt/diagrams/colors6.xml" ContentType="application/vnd.openxmlformats-officedocument.drawingml.diagramColors+xml"/>
  <Override PartName="/ppt/diagrams/quickStyle9.xml" ContentType="application/vnd.openxmlformats-officedocument.drawingml.diagramStyle+xml"/>
  <Override PartName="/ppt/diagrams/quickStyle11.xml" ContentType="application/vnd.openxmlformats-officedocument.drawingml.diagramStyle+xml"/>
  <Override PartName="/ppt/diagrams/colors18.xml" ContentType="application/vnd.openxmlformats-officedocument.drawingml.diagramColors+xml"/>
  <Override PartName="/ppt/diagrams/layout33.xml" ContentType="application/vnd.openxmlformats-officedocument.drawingml.diagramLayout+xml"/>
  <Override PartName="/ppt/slides/slide7.xml" ContentType="application/vnd.openxmlformats-officedocument.presentationml.slide+xml"/>
  <Override PartName="/ppt/slideLayouts/slideLayout9.xml" ContentType="application/vnd.openxmlformats-officedocument.presentationml.slideLayout+xml"/>
  <Override PartName="/ppt/diagrams/layout11.xml" ContentType="application/vnd.openxmlformats-officedocument.drawingml.diagramLayout+xml"/>
  <Override PartName="/ppt/diagrams/colors14.xml" ContentType="application/vnd.openxmlformats-officedocument.drawingml.diagramColors+xml"/>
  <Override PartName="/ppt/diagrams/layout22.xml" ContentType="application/vnd.openxmlformats-officedocument.drawingml.diagramLayout+xml"/>
  <Override PartName="/ppt/diagrams/colors25.xml" ContentType="application/vnd.openxmlformats-officedocument.drawingml.diagramColors+xml"/>
  <Override PartName="/ppt/diagrams/data27.xml" ContentType="application/vnd.openxmlformats-officedocument.drawingml.diagramData+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diagrams/data16.xml" ContentType="application/vnd.openxmlformats-officedocument.drawingml.diagramData+xml"/>
  <Override PartName="/ppt/diagrams/colors3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diagrams/colors10.xml" ContentType="application/vnd.openxmlformats-officedocument.drawingml.diagramColors+xml"/>
  <Override PartName="/ppt/diagrams/colors21.xml" ContentType="application/vnd.openxmlformats-officedocument.drawingml.diagramColors+xml"/>
  <Override PartName="/ppt/diagrams/data23.xml" ContentType="application/vnd.openxmlformats-officedocument.drawingml.diagramData+xml"/>
  <Override PartName="/ppt/slides/slide24.xml" ContentType="application/vnd.openxmlformats-officedocument.presentationml.slide+xml"/>
  <Override PartName="/ppt/slides/slide35.xml" ContentType="application/vnd.openxmlformats-officedocument.presentationml.slide+xml"/>
  <Default Extension="jpeg" ContentType="image/jpeg"/>
  <Override PartName="/ppt/theme/themeOverride4.xml" ContentType="application/vnd.openxmlformats-officedocument.themeOverride+xml"/>
  <Override PartName="/ppt/diagrams/quickStyle1.xml" ContentType="application/vnd.openxmlformats-officedocument.drawingml.diagramStyle+xml"/>
  <Override PartName="/ppt/diagrams/layout8.xml" ContentType="application/vnd.openxmlformats-officedocument.drawingml.diagramLayout+xml"/>
  <Override PartName="/ppt/diagrams/data12.xml" ContentType="application/vnd.openxmlformats-officedocument.drawingml.diagramData+xml"/>
  <Override PartName="/ppt/diagrams/data30.xml" ContentType="application/vnd.openxmlformats-officedocument.drawingml.diagramData+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diagrams/data9.xml" ContentType="application/vnd.openxmlformats-officedocument.drawingml.diagramData+xml"/>
  <Override PartName="/ppt/diagrams/quickStyle16.xml" ContentType="application/vnd.openxmlformats-officedocument.drawingml.diagramStyle+xml"/>
  <Override PartName="/ppt/diagrams/quickStyle27.xml" ContentType="application/vnd.openxmlformats-officedocument.drawingml.diagramStyle+xml"/>
  <Override PartName="/ppt/slides/slide20.xml" ContentType="application/vnd.openxmlformats-officedocument.presentationml.slide+xml"/>
  <Override PartName="/ppt/diagrams/layout4.xml" ContentType="application/vnd.openxmlformats-officedocument.drawingml.diagramLayout+xml"/>
  <Override PartName="/ppt/diagrams/layout27.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quickStyle12.xml" ContentType="application/vnd.openxmlformats-officedocument.drawingml.diagramStyle+xml"/>
  <Override PartName="/ppt/diagrams/layout16.xml" ContentType="application/vnd.openxmlformats-officedocument.drawingml.diagramLayout+xml"/>
  <Override PartName="/ppt/diagrams/colors19.xml" ContentType="application/vnd.openxmlformats-officedocument.drawingml.diagramColors+xml"/>
  <Override PartName="/ppt/diagrams/quickStyle23.xml" ContentType="application/vnd.openxmlformats-officedocument.drawingml.diagramStyle+xml"/>
  <Override PartName="/ppt/diagrams/layout23.xml" ContentType="application/vnd.openxmlformats-officedocument.drawingml.diagramLayout+xml"/>
  <Override PartName="/ppt/diagrams/colors26.xml" ContentType="application/vnd.openxmlformats-officedocument.drawingml.diagramColors+xml"/>
  <Override PartName="/ppt/diagrams/quickStyle30.xml" ContentType="application/vnd.openxmlformats-officedocument.drawingml.diagramStyle+xml"/>
  <Override PartName="/ppt/slides/slide8.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ppt/diagrams/data28.xml" ContentType="application/vnd.openxmlformats-officedocument.drawingml.diagramData+xml"/>
  <Override PartName="/ppt/diagrams/layout30.xml" ContentType="application/vnd.openxmlformats-officedocument.drawingml.diagramLayout+xml"/>
  <Override PartName="/ppt/diagrams/colors33.xml" ContentType="application/vnd.openxmlformats-officedocument.drawingml.diagramColors+xml"/>
  <Override PartName="/ppt/slides/slide29.xml" ContentType="application/vnd.openxmlformats-officedocument.presentationml.slide+xml"/>
  <Override PartName="/ppt/diagrams/data17.xml" ContentType="application/vnd.openxmlformats-officedocument.drawingml.diagramData+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theme/theme1.xml" ContentType="application/vnd.openxmlformats-officedocument.theme+xml"/>
  <Override PartName="/ppt/diagrams/data31.xml" ContentType="application/vnd.openxmlformats-officedocument.drawingml.diagramData+xml"/>
  <Override PartName="/ppt/slides/slide32.xml" ContentType="application/vnd.openxmlformats-officedocument.presentationml.slide+xml"/>
  <Override PartName="/ppt/diagrams/data20.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37" r:id="rId1"/>
  </p:sldMasterIdLst>
  <p:notesMasterIdLst>
    <p:notesMasterId r:id="rId53"/>
  </p:notesMasterIdLst>
  <p:sldIdLst>
    <p:sldId id="256" r:id="rId2"/>
    <p:sldId id="277" r:id="rId3"/>
    <p:sldId id="322" r:id="rId4"/>
    <p:sldId id="331" r:id="rId5"/>
    <p:sldId id="364" r:id="rId6"/>
    <p:sldId id="306" r:id="rId7"/>
    <p:sldId id="333" r:id="rId8"/>
    <p:sldId id="334" r:id="rId9"/>
    <p:sldId id="335" r:id="rId10"/>
    <p:sldId id="259" r:id="rId11"/>
    <p:sldId id="260" r:id="rId12"/>
    <p:sldId id="336" r:id="rId13"/>
    <p:sldId id="324" r:id="rId14"/>
    <p:sldId id="262" r:id="rId15"/>
    <p:sldId id="337" r:id="rId16"/>
    <p:sldId id="329" r:id="rId17"/>
    <p:sldId id="357" r:id="rId18"/>
    <p:sldId id="358" r:id="rId19"/>
    <p:sldId id="359" r:id="rId20"/>
    <p:sldId id="360" r:id="rId21"/>
    <p:sldId id="361" r:id="rId22"/>
    <p:sldId id="362" r:id="rId23"/>
    <p:sldId id="363" r:id="rId24"/>
    <p:sldId id="338" r:id="rId25"/>
    <p:sldId id="340" r:id="rId26"/>
    <p:sldId id="339" r:id="rId27"/>
    <p:sldId id="342" r:id="rId28"/>
    <p:sldId id="263" r:id="rId29"/>
    <p:sldId id="264" r:id="rId30"/>
    <p:sldId id="265" r:id="rId31"/>
    <p:sldId id="266" r:id="rId32"/>
    <p:sldId id="276" r:id="rId33"/>
    <p:sldId id="267" r:id="rId34"/>
    <p:sldId id="278" r:id="rId35"/>
    <p:sldId id="343" r:id="rId36"/>
    <p:sldId id="355" r:id="rId37"/>
    <p:sldId id="350" r:id="rId38"/>
    <p:sldId id="344" r:id="rId39"/>
    <p:sldId id="348" r:id="rId40"/>
    <p:sldId id="349" r:id="rId41"/>
    <p:sldId id="353" r:id="rId42"/>
    <p:sldId id="345" r:id="rId43"/>
    <p:sldId id="351" r:id="rId44"/>
    <p:sldId id="346" r:id="rId45"/>
    <p:sldId id="352" r:id="rId46"/>
    <p:sldId id="347" r:id="rId47"/>
    <p:sldId id="354" r:id="rId48"/>
    <p:sldId id="356" r:id="rId49"/>
    <p:sldId id="305" r:id="rId50"/>
    <p:sldId id="303" r:id="rId51"/>
    <p:sldId id="365" r:id="rId5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31" autoAdjust="0"/>
    <p:restoredTop sz="94161" autoAdjust="0"/>
  </p:normalViewPr>
  <p:slideViewPr>
    <p:cSldViewPr>
      <p:cViewPr>
        <p:scale>
          <a:sx n="100" d="100"/>
          <a:sy n="100" d="100"/>
        </p:scale>
        <p:origin x="-16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414"/>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_rels/data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image" Target="../media/image4.jpeg"/><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jpeg"/></Relationships>
</file>

<file path=ppt/diagrams/_rels/data16.xml.rels><?xml version="1.0" encoding="UTF-8" standalone="yes"?>
<Relationships xmlns="http://schemas.openxmlformats.org/package/2006/relationships"><Relationship Id="rId1" Type="http://schemas.openxmlformats.org/officeDocument/2006/relationships/image" Target="../media/image18.jpeg"/></Relationships>
</file>

<file path=ppt/diagrams/_rels/data2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image" Target="../media/image4.jpeg"/><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jpeg"/></Relationships>
</file>

<file path=ppt/diagrams/_rels/data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image" Target="../media/image21.jpeg"/></Relationships>
</file>

<file path=ppt/diagrams/_rels/data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DA3CFD-CF44-4CCD-BA51-3C4AD92068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DF1086CA-0C48-47D1-844A-AD766CF7EF4B}">
      <dgm:prSet custT="1"/>
      <dgm:spPr/>
      <dgm:t>
        <a:bodyPr/>
        <a:lstStyle/>
        <a:p>
          <a:pPr algn="just" rtl="0"/>
          <a:r>
            <a:rPr lang="zh-CN" sz="2800" dirty="0" smtClean="0"/>
            <a:t>不经意</a:t>
          </a:r>
          <a:r>
            <a:rPr lang="zh-CN" sz="2800" smtClean="0"/>
            <a:t>间你</a:t>
          </a:r>
          <a:r>
            <a:rPr lang="zh-CN" altLang="en-US" sz="2800" smtClean="0"/>
            <a:t>将</a:t>
          </a:r>
          <a:r>
            <a:rPr lang="zh-CN" sz="2800" smtClean="0"/>
            <a:t>成为</a:t>
          </a:r>
          <a:r>
            <a:rPr lang="zh-CN" sz="2800" dirty="0" smtClean="0"/>
            <a:t>一名老员工</a:t>
          </a:r>
          <a:endParaRPr lang="en-US" sz="2800" dirty="0"/>
        </a:p>
      </dgm:t>
    </dgm:pt>
    <dgm:pt modelId="{02884F39-C193-4EDB-800B-ECAE89E074F4}" type="parTrans" cxnId="{04135C84-5838-4DF0-A7F3-3C2C31CA17AB}">
      <dgm:prSet/>
      <dgm:spPr/>
      <dgm:t>
        <a:bodyPr/>
        <a:lstStyle/>
        <a:p>
          <a:endParaRPr lang="zh-CN" altLang="en-US" sz="2800"/>
        </a:p>
      </dgm:t>
    </dgm:pt>
    <dgm:pt modelId="{2CFCCEEE-7700-4A36-A1F6-CCE286FE28C1}" type="sibTrans" cxnId="{04135C84-5838-4DF0-A7F3-3C2C31CA17AB}">
      <dgm:prSet/>
      <dgm:spPr/>
      <dgm:t>
        <a:bodyPr/>
        <a:lstStyle/>
        <a:p>
          <a:endParaRPr lang="zh-CN" altLang="en-US" sz="2800"/>
        </a:p>
      </dgm:t>
    </dgm:pt>
    <dgm:pt modelId="{61CE9DC1-EF24-471C-9F22-7FFBC67D52DD}">
      <dgm:prSet custT="1"/>
      <dgm:spPr/>
      <dgm:t>
        <a:bodyPr/>
        <a:lstStyle/>
        <a:p>
          <a:pPr rtl="0"/>
          <a:r>
            <a:rPr lang="zh-CN" sz="2800" dirty="0" smtClean="0"/>
            <a:t>我们要在机会来临之前做好准备</a:t>
          </a:r>
          <a:endParaRPr lang="en-US" sz="2800" dirty="0"/>
        </a:p>
      </dgm:t>
    </dgm:pt>
    <dgm:pt modelId="{6B556E94-6A19-49C5-8242-0E8C4969E4D1}" type="parTrans" cxnId="{90AC0EF1-1324-4C5D-B95D-4449EC4B80C0}">
      <dgm:prSet/>
      <dgm:spPr/>
      <dgm:t>
        <a:bodyPr/>
        <a:lstStyle/>
        <a:p>
          <a:endParaRPr lang="zh-CN" altLang="en-US" sz="2800"/>
        </a:p>
      </dgm:t>
    </dgm:pt>
    <dgm:pt modelId="{E3D4F25A-AB05-4D15-817D-E60AB5F9097F}" type="sibTrans" cxnId="{90AC0EF1-1324-4C5D-B95D-4449EC4B80C0}">
      <dgm:prSet/>
      <dgm:spPr/>
      <dgm:t>
        <a:bodyPr/>
        <a:lstStyle/>
        <a:p>
          <a:endParaRPr lang="zh-CN" altLang="en-US" sz="2800"/>
        </a:p>
      </dgm:t>
    </dgm:pt>
    <dgm:pt modelId="{4A868EAE-B83B-4B3A-9D94-6ECE89AC1A2F}">
      <dgm:prSet custT="1"/>
      <dgm:spPr/>
      <dgm:t>
        <a:bodyPr/>
        <a:lstStyle/>
        <a:p>
          <a:pPr rtl="0"/>
          <a:r>
            <a:rPr lang="zh-CN" sz="2800" dirty="0" smtClean="0"/>
            <a:t>我们希望有潜力的同学提前</a:t>
          </a:r>
          <a:r>
            <a:rPr lang="en-US" sz="2800" dirty="0" smtClean="0"/>
            <a:t>2-4</a:t>
          </a:r>
          <a:r>
            <a:rPr lang="zh-CN" sz="2800" dirty="0" smtClean="0"/>
            <a:t>年成长起来</a:t>
          </a:r>
          <a:endParaRPr lang="en-US" sz="2800" dirty="0"/>
        </a:p>
      </dgm:t>
    </dgm:pt>
    <dgm:pt modelId="{AE7A0C29-E770-4D0F-A620-9065E4B10FCF}" type="parTrans" cxnId="{50C0DEAF-37FF-4123-A1AD-58639DBBA621}">
      <dgm:prSet/>
      <dgm:spPr/>
      <dgm:t>
        <a:bodyPr/>
        <a:lstStyle/>
        <a:p>
          <a:endParaRPr lang="zh-CN" altLang="en-US" sz="2800"/>
        </a:p>
      </dgm:t>
    </dgm:pt>
    <dgm:pt modelId="{937FC391-E91B-43D8-BDD9-9230F37DAD32}" type="sibTrans" cxnId="{50C0DEAF-37FF-4123-A1AD-58639DBBA621}">
      <dgm:prSet/>
      <dgm:spPr/>
      <dgm:t>
        <a:bodyPr/>
        <a:lstStyle/>
        <a:p>
          <a:endParaRPr lang="zh-CN" altLang="en-US" sz="2800"/>
        </a:p>
      </dgm:t>
    </dgm:pt>
    <dgm:pt modelId="{D575527F-88B1-4940-B547-B5BDFB0BEC19}">
      <dgm:prSet custT="1"/>
      <dgm:spPr/>
      <dgm:t>
        <a:bodyPr/>
        <a:lstStyle/>
        <a:p>
          <a:pPr rtl="0"/>
          <a:r>
            <a:rPr lang="zh-CN" sz="2800" dirty="0" smtClean="0"/>
            <a:t>了解项目的运作和项目管理的重要性</a:t>
          </a:r>
          <a:endParaRPr lang="en-US" sz="2800" dirty="0"/>
        </a:p>
      </dgm:t>
    </dgm:pt>
    <dgm:pt modelId="{A53FA8D5-9824-4D20-A287-5D0666CDF457}" type="parTrans" cxnId="{FCEC0C3F-278C-4900-AE43-BFC3C81BB469}">
      <dgm:prSet/>
      <dgm:spPr/>
      <dgm:t>
        <a:bodyPr/>
        <a:lstStyle/>
        <a:p>
          <a:endParaRPr lang="zh-CN" altLang="en-US" sz="2800"/>
        </a:p>
      </dgm:t>
    </dgm:pt>
    <dgm:pt modelId="{992D0A77-E94D-45EE-81F2-A74ECBAE076E}" type="sibTrans" cxnId="{FCEC0C3F-278C-4900-AE43-BFC3C81BB469}">
      <dgm:prSet/>
      <dgm:spPr/>
      <dgm:t>
        <a:bodyPr/>
        <a:lstStyle/>
        <a:p>
          <a:endParaRPr lang="zh-CN" altLang="en-US" sz="2800"/>
        </a:p>
      </dgm:t>
    </dgm:pt>
    <dgm:pt modelId="{17548218-A9FD-4105-AEC9-187C7304E06F}">
      <dgm:prSet custT="1"/>
      <dgm:spPr/>
      <dgm:t>
        <a:bodyPr/>
        <a:lstStyle/>
        <a:p>
          <a:pPr rtl="0"/>
          <a:r>
            <a:rPr lang="zh-CN" altLang="en-US" sz="2800" dirty="0" smtClean="0"/>
            <a:t>学会正确的做事，得到正确的结果</a:t>
          </a:r>
          <a:endParaRPr lang="en-US" sz="2800" dirty="0"/>
        </a:p>
      </dgm:t>
    </dgm:pt>
    <dgm:pt modelId="{49DDC1F3-617B-4E34-8843-2468755B9C52}" type="parTrans" cxnId="{830D12A4-433B-425F-9BC3-A7837CA4EF6E}">
      <dgm:prSet/>
      <dgm:spPr/>
    </dgm:pt>
    <dgm:pt modelId="{6F921E9E-3ECE-4C11-BE5E-D77A449E4DF6}" type="sibTrans" cxnId="{830D12A4-433B-425F-9BC3-A7837CA4EF6E}">
      <dgm:prSet/>
      <dgm:spPr/>
    </dgm:pt>
    <dgm:pt modelId="{20FC9FFA-C287-4579-9FA0-2289384EED02}" type="pres">
      <dgm:prSet presAssocID="{86DA3CFD-CF44-4CCD-BA51-3C4AD92068C8}" presName="linear" presStyleCnt="0">
        <dgm:presLayoutVars>
          <dgm:animLvl val="lvl"/>
          <dgm:resizeHandles val="exact"/>
        </dgm:presLayoutVars>
      </dgm:prSet>
      <dgm:spPr/>
      <dgm:t>
        <a:bodyPr/>
        <a:lstStyle/>
        <a:p>
          <a:endParaRPr lang="zh-CN" altLang="en-US"/>
        </a:p>
      </dgm:t>
    </dgm:pt>
    <dgm:pt modelId="{27742B5E-CB4F-40D3-BA0E-8990B52474BE}" type="pres">
      <dgm:prSet presAssocID="{DF1086CA-0C48-47D1-844A-AD766CF7EF4B}" presName="parentText" presStyleLbl="node1" presStyleIdx="0" presStyleCnt="5">
        <dgm:presLayoutVars>
          <dgm:chMax val="0"/>
          <dgm:bulletEnabled val="1"/>
        </dgm:presLayoutVars>
      </dgm:prSet>
      <dgm:spPr/>
      <dgm:t>
        <a:bodyPr/>
        <a:lstStyle/>
        <a:p>
          <a:endParaRPr lang="zh-CN" altLang="en-US"/>
        </a:p>
      </dgm:t>
    </dgm:pt>
    <dgm:pt modelId="{ECA9DB01-585A-4014-A6CD-D38E44F1A615}" type="pres">
      <dgm:prSet presAssocID="{2CFCCEEE-7700-4A36-A1F6-CCE286FE28C1}" presName="spacer" presStyleCnt="0"/>
      <dgm:spPr/>
    </dgm:pt>
    <dgm:pt modelId="{D91E843E-9377-45B9-96E5-BC064E0900BC}" type="pres">
      <dgm:prSet presAssocID="{61CE9DC1-EF24-471C-9F22-7FFBC67D52DD}" presName="parentText" presStyleLbl="node1" presStyleIdx="1" presStyleCnt="5">
        <dgm:presLayoutVars>
          <dgm:chMax val="0"/>
          <dgm:bulletEnabled val="1"/>
        </dgm:presLayoutVars>
      </dgm:prSet>
      <dgm:spPr/>
      <dgm:t>
        <a:bodyPr/>
        <a:lstStyle/>
        <a:p>
          <a:endParaRPr lang="zh-CN" altLang="en-US"/>
        </a:p>
      </dgm:t>
    </dgm:pt>
    <dgm:pt modelId="{2C65B460-BEBF-4F88-B940-94D85A24B737}" type="pres">
      <dgm:prSet presAssocID="{E3D4F25A-AB05-4D15-817D-E60AB5F9097F}" presName="spacer" presStyleCnt="0"/>
      <dgm:spPr/>
    </dgm:pt>
    <dgm:pt modelId="{C0AA9B84-4791-4BED-B01C-FC19A57C8E82}" type="pres">
      <dgm:prSet presAssocID="{4A868EAE-B83B-4B3A-9D94-6ECE89AC1A2F}" presName="parentText" presStyleLbl="node1" presStyleIdx="2" presStyleCnt="5">
        <dgm:presLayoutVars>
          <dgm:chMax val="0"/>
          <dgm:bulletEnabled val="1"/>
        </dgm:presLayoutVars>
      </dgm:prSet>
      <dgm:spPr/>
      <dgm:t>
        <a:bodyPr/>
        <a:lstStyle/>
        <a:p>
          <a:endParaRPr lang="zh-CN" altLang="en-US"/>
        </a:p>
      </dgm:t>
    </dgm:pt>
    <dgm:pt modelId="{AF885E39-5DDE-4ADC-9DDC-03A773F78A60}" type="pres">
      <dgm:prSet presAssocID="{937FC391-E91B-43D8-BDD9-9230F37DAD32}" presName="spacer" presStyleCnt="0"/>
      <dgm:spPr/>
    </dgm:pt>
    <dgm:pt modelId="{AAB062DA-9CC1-4562-B315-EAA4F9BC0EDF}" type="pres">
      <dgm:prSet presAssocID="{17548218-A9FD-4105-AEC9-187C7304E06F}" presName="parentText" presStyleLbl="node1" presStyleIdx="3" presStyleCnt="5">
        <dgm:presLayoutVars>
          <dgm:chMax val="0"/>
          <dgm:bulletEnabled val="1"/>
        </dgm:presLayoutVars>
      </dgm:prSet>
      <dgm:spPr/>
      <dgm:t>
        <a:bodyPr/>
        <a:lstStyle/>
        <a:p>
          <a:endParaRPr lang="zh-CN" altLang="en-US"/>
        </a:p>
      </dgm:t>
    </dgm:pt>
    <dgm:pt modelId="{4E17CD38-CC9E-4E48-BEF0-EB28B27E7C3D}" type="pres">
      <dgm:prSet presAssocID="{6F921E9E-3ECE-4C11-BE5E-D77A449E4DF6}" presName="spacer" presStyleCnt="0"/>
      <dgm:spPr/>
    </dgm:pt>
    <dgm:pt modelId="{93E573EC-AF47-4E35-8C8C-145BCE9F7316}" type="pres">
      <dgm:prSet presAssocID="{D575527F-88B1-4940-B547-B5BDFB0BEC19}" presName="parentText" presStyleLbl="node1" presStyleIdx="4" presStyleCnt="5">
        <dgm:presLayoutVars>
          <dgm:chMax val="0"/>
          <dgm:bulletEnabled val="1"/>
        </dgm:presLayoutVars>
      </dgm:prSet>
      <dgm:spPr/>
      <dgm:t>
        <a:bodyPr/>
        <a:lstStyle/>
        <a:p>
          <a:endParaRPr lang="zh-CN" altLang="en-US"/>
        </a:p>
      </dgm:t>
    </dgm:pt>
  </dgm:ptLst>
  <dgm:cxnLst>
    <dgm:cxn modelId="{AE54BE47-B62C-4485-A360-60B71A7C0D00}" type="presOf" srcId="{DF1086CA-0C48-47D1-844A-AD766CF7EF4B}" destId="{27742B5E-CB4F-40D3-BA0E-8990B52474BE}" srcOrd="0" destOrd="0" presId="urn:microsoft.com/office/officeart/2005/8/layout/vList2"/>
    <dgm:cxn modelId="{C3D491A7-F8AF-411C-9F96-E84B2C5A7E88}" type="presOf" srcId="{61CE9DC1-EF24-471C-9F22-7FFBC67D52DD}" destId="{D91E843E-9377-45B9-96E5-BC064E0900BC}" srcOrd="0" destOrd="0" presId="urn:microsoft.com/office/officeart/2005/8/layout/vList2"/>
    <dgm:cxn modelId="{6030F4A1-6F60-481C-B531-DAE95F036FCD}" type="presOf" srcId="{17548218-A9FD-4105-AEC9-187C7304E06F}" destId="{AAB062DA-9CC1-4562-B315-EAA4F9BC0EDF}" srcOrd="0" destOrd="0" presId="urn:microsoft.com/office/officeart/2005/8/layout/vList2"/>
    <dgm:cxn modelId="{830D12A4-433B-425F-9BC3-A7837CA4EF6E}" srcId="{86DA3CFD-CF44-4CCD-BA51-3C4AD92068C8}" destId="{17548218-A9FD-4105-AEC9-187C7304E06F}" srcOrd="3" destOrd="0" parTransId="{49DDC1F3-617B-4E34-8843-2468755B9C52}" sibTransId="{6F921E9E-3ECE-4C11-BE5E-D77A449E4DF6}"/>
    <dgm:cxn modelId="{FCEC0C3F-278C-4900-AE43-BFC3C81BB469}" srcId="{86DA3CFD-CF44-4CCD-BA51-3C4AD92068C8}" destId="{D575527F-88B1-4940-B547-B5BDFB0BEC19}" srcOrd="4" destOrd="0" parTransId="{A53FA8D5-9824-4D20-A287-5D0666CDF457}" sibTransId="{992D0A77-E94D-45EE-81F2-A74ECBAE076E}"/>
    <dgm:cxn modelId="{EECB8BDC-8B7E-4952-83B2-F5FAB3BE77D1}" type="presOf" srcId="{D575527F-88B1-4940-B547-B5BDFB0BEC19}" destId="{93E573EC-AF47-4E35-8C8C-145BCE9F7316}" srcOrd="0" destOrd="0" presId="urn:microsoft.com/office/officeart/2005/8/layout/vList2"/>
    <dgm:cxn modelId="{50C0DEAF-37FF-4123-A1AD-58639DBBA621}" srcId="{86DA3CFD-CF44-4CCD-BA51-3C4AD92068C8}" destId="{4A868EAE-B83B-4B3A-9D94-6ECE89AC1A2F}" srcOrd="2" destOrd="0" parTransId="{AE7A0C29-E770-4D0F-A620-9065E4B10FCF}" sibTransId="{937FC391-E91B-43D8-BDD9-9230F37DAD32}"/>
    <dgm:cxn modelId="{90AC0EF1-1324-4C5D-B95D-4449EC4B80C0}" srcId="{86DA3CFD-CF44-4CCD-BA51-3C4AD92068C8}" destId="{61CE9DC1-EF24-471C-9F22-7FFBC67D52DD}" srcOrd="1" destOrd="0" parTransId="{6B556E94-6A19-49C5-8242-0E8C4969E4D1}" sibTransId="{E3D4F25A-AB05-4D15-817D-E60AB5F9097F}"/>
    <dgm:cxn modelId="{A45D2DCC-30A9-4D6A-B5DE-D46338A37233}" type="presOf" srcId="{86DA3CFD-CF44-4CCD-BA51-3C4AD92068C8}" destId="{20FC9FFA-C287-4579-9FA0-2289384EED02}" srcOrd="0" destOrd="0" presId="urn:microsoft.com/office/officeart/2005/8/layout/vList2"/>
    <dgm:cxn modelId="{2FAD20E0-DDEA-4285-AA9D-ED0941E5198B}" type="presOf" srcId="{4A868EAE-B83B-4B3A-9D94-6ECE89AC1A2F}" destId="{C0AA9B84-4791-4BED-B01C-FC19A57C8E82}" srcOrd="0" destOrd="0" presId="urn:microsoft.com/office/officeart/2005/8/layout/vList2"/>
    <dgm:cxn modelId="{04135C84-5838-4DF0-A7F3-3C2C31CA17AB}" srcId="{86DA3CFD-CF44-4CCD-BA51-3C4AD92068C8}" destId="{DF1086CA-0C48-47D1-844A-AD766CF7EF4B}" srcOrd="0" destOrd="0" parTransId="{02884F39-C193-4EDB-800B-ECAE89E074F4}" sibTransId="{2CFCCEEE-7700-4A36-A1F6-CCE286FE28C1}"/>
    <dgm:cxn modelId="{16D42326-374D-4281-B4F7-0519CADF6EC2}" type="presParOf" srcId="{20FC9FFA-C287-4579-9FA0-2289384EED02}" destId="{27742B5E-CB4F-40D3-BA0E-8990B52474BE}" srcOrd="0" destOrd="0" presId="urn:microsoft.com/office/officeart/2005/8/layout/vList2"/>
    <dgm:cxn modelId="{26EB42FF-462D-48CF-BCB4-B60586E60D01}" type="presParOf" srcId="{20FC9FFA-C287-4579-9FA0-2289384EED02}" destId="{ECA9DB01-585A-4014-A6CD-D38E44F1A615}" srcOrd="1" destOrd="0" presId="urn:microsoft.com/office/officeart/2005/8/layout/vList2"/>
    <dgm:cxn modelId="{8F67C1E6-65C0-48AF-BD2C-FAFE199A4C58}" type="presParOf" srcId="{20FC9FFA-C287-4579-9FA0-2289384EED02}" destId="{D91E843E-9377-45B9-96E5-BC064E0900BC}" srcOrd="2" destOrd="0" presId="urn:microsoft.com/office/officeart/2005/8/layout/vList2"/>
    <dgm:cxn modelId="{9FD1DB0B-9B70-4327-8C0F-D5A1F887D6BD}" type="presParOf" srcId="{20FC9FFA-C287-4579-9FA0-2289384EED02}" destId="{2C65B460-BEBF-4F88-B940-94D85A24B737}" srcOrd="3" destOrd="0" presId="urn:microsoft.com/office/officeart/2005/8/layout/vList2"/>
    <dgm:cxn modelId="{BB55FFA2-9B40-4A92-BA8C-E53EAFB53283}" type="presParOf" srcId="{20FC9FFA-C287-4579-9FA0-2289384EED02}" destId="{C0AA9B84-4791-4BED-B01C-FC19A57C8E82}" srcOrd="4" destOrd="0" presId="urn:microsoft.com/office/officeart/2005/8/layout/vList2"/>
    <dgm:cxn modelId="{1597606F-634C-4D69-842D-AF89DDE4BE3F}" type="presParOf" srcId="{20FC9FFA-C287-4579-9FA0-2289384EED02}" destId="{AF885E39-5DDE-4ADC-9DDC-03A773F78A60}" srcOrd="5" destOrd="0" presId="urn:microsoft.com/office/officeart/2005/8/layout/vList2"/>
    <dgm:cxn modelId="{A79E1A56-E94D-41EF-BD2C-CABFC0C9DA52}" type="presParOf" srcId="{20FC9FFA-C287-4579-9FA0-2289384EED02}" destId="{AAB062DA-9CC1-4562-B315-EAA4F9BC0EDF}" srcOrd="6" destOrd="0" presId="urn:microsoft.com/office/officeart/2005/8/layout/vList2"/>
    <dgm:cxn modelId="{C98AE827-70AF-4913-AC12-6D7ED7472A95}" type="presParOf" srcId="{20FC9FFA-C287-4579-9FA0-2289384EED02}" destId="{4E17CD38-CC9E-4E48-BEF0-EB28B27E7C3D}" srcOrd="7" destOrd="0" presId="urn:microsoft.com/office/officeart/2005/8/layout/vList2"/>
    <dgm:cxn modelId="{8903E724-48BD-4797-8399-C7A3D52EE608}" type="presParOf" srcId="{20FC9FFA-C287-4579-9FA0-2289384EED02}" destId="{93E573EC-AF47-4E35-8C8C-145BCE9F7316}" srcOrd="8" destOrd="0" presId="urn:microsoft.com/office/officeart/2005/8/layout/vList2"/>
  </dgm:cxnLst>
  <dgm:bg/>
  <dgm:whole/>
</dgm:dataModel>
</file>

<file path=ppt/diagrams/data2.xml><?xml version="1.0" encoding="utf-8"?>
<dgm:dataModel xmlns:dgm="http://schemas.openxmlformats.org/drawingml/2006/diagram" xmlns:a="http://schemas.openxmlformats.org/drawingml/2006/main">
  <dgm:ptLst>
    <dgm:pt modelId="{3E3A9427-0CEE-49E6-9B37-975DDA1198A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264545CD-AFBC-407B-88FE-3E7FB03477B8}">
      <dgm:prSet custT="1"/>
      <dgm:spPr/>
      <dgm:t>
        <a:bodyPr/>
        <a:lstStyle/>
        <a:p>
          <a:pPr algn="l" rtl="0"/>
          <a:r>
            <a:rPr lang="zh-CN" sz="2800" dirty="0" smtClean="0"/>
            <a:t>当今社会，一切都是项目，一切也将成为项目！</a:t>
          </a:r>
          <a:endParaRPr lang="en-US" altLang="zh-CN" sz="2800" dirty="0" smtClean="0"/>
        </a:p>
        <a:p>
          <a:pPr algn="r" rtl="0"/>
          <a:r>
            <a:rPr lang="en-US" sz="2800" dirty="0" smtClean="0"/>
            <a:t>-</a:t>
          </a:r>
          <a:r>
            <a:rPr lang="zh-CN" sz="2800" smtClean="0"/>
            <a:t>美国项目管理协</a:t>
          </a:r>
          <a:r>
            <a:rPr lang="zh-CN" altLang="en-US" sz="2800" smtClean="0"/>
            <a:t>会</a:t>
          </a:r>
          <a:r>
            <a:rPr lang="zh-CN" sz="2800" smtClean="0"/>
            <a:t>保</a:t>
          </a:r>
          <a:r>
            <a:rPr lang="zh-CN" sz="2800" dirty="0" smtClean="0"/>
            <a:t>罗</a:t>
          </a:r>
          <a:endParaRPr lang="en-US" sz="2800" dirty="0"/>
        </a:p>
      </dgm:t>
    </dgm:pt>
    <dgm:pt modelId="{E0326D96-9A39-43AB-8091-0A3069549001}" type="parTrans" cxnId="{2BE3BBC9-CA70-4ABE-8279-D16E15AFE9D6}">
      <dgm:prSet/>
      <dgm:spPr/>
      <dgm:t>
        <a:bodyPr/>
        <a:lstStyle/>
        <a:p>
          <a:endParaRPr lang="zh-CN" altLang="en-US"/>
        </a:p>
      </dgm:t>
    </dgm:pt>
    <dgm:pt modelId="{E9E369EB-C3BE-4C4F-8548-E34F41666625}" type="sibTrans" cxnId="{2BE3BBC9-CA70-4ABE-8279-D16E15AFE9D6}">
      <dgm:prSet/>
      <dgm:spPr/>
      <dgm:t>
        <a:bodyPr/>
        <a:lstStyle/>
        <a:p>
          <a:endParaRPr lang="zh-CN" altLang="en-US"/>
        </a:p>
      </dgm:t>
    </dgm:pt>
    <dgm:pt modelId="{3EE5C216-6940-4CC3-A567-900755A411B3}">
      <dgm:prSet custT="1"/>
      <dgm:spPr/>
      <dgm:t>
        <a:bodyPr/>
        <a:lstStyle/>
        <a:p>
          <a:pPr algn="l" rtl="0"/>
          <a:r>
            <a:rPr lang="zh-CN" sz="2800" dirty="0" smtClean="0"/>
            <a:t>项目管理将站到</a:t>
          </a:r>
          <a:r>
            <a:rPr lang="en-US" sz="2800" dirty="0" smtClean="0"/>
            <a:t>21</a:t>
          </a:r>
          <a:r>
            <a:rPr lang="zh-CN" sz="2800" dirty="0" smtClean="0"/>
            <a:t>世纪管理舞台的中央，</a:t>
          </a:r>
          <a:r>
            <a:rPr lang="en-US" sz="2800" dirty="0" smtClean="0"/>
            <a:t>21</a:t>
          </a:r>
          <a:r>
            <a:rPr lang="zh-CN" sz="2800" dirty="0" smtClean="0"/>
            <a:t>世纪将进入项目管理时代！</a:t>
          </a:r>
          <a:endParaRPr lang="en-US" altLang="zh-CN" sz="2800" dirty="0" smtClean="0"/>
        </a:p>
        <a:p>
          <a:pPr algn="r" rtl="0"/>
          <a:r>
            <a:rPr lang="en-US" sz="2800" dirty="0" smtClean="0"/>
            <a:t>-</a:t>
          </a:r>
          <a:r>
            <a:rPr lang="zh-CN" sz="2800" dirty="0" smtClean="0"/>
            <a:t>管理学大师</a:t>
          </a:r>
          <a:r>
            <a:rPr lang="en-US" sz="2800" dirty="0" smtClean="0"/>
            <a:t>Tom Peters</a:t>
          </a:r>
          <a:endParaRPr lang="zh-CN" sz="2800" dirty="0"/>
        </a:p>
      </dgm:t>
    </dgm:pt>
    <dgm:pt modelId="{A1B485B3-4FA1-4D64-9566-1367F879A8B4}" type="parTrans" cxnId="{13908101-B1A1-4FE7-9551-A6FD743ED568}">
      <dgm:prSet/>
      <dgm:spPr/>
      <dgm:t>
        <a:bodyPr/>
        <a:lstStyle/>
        <a:p>
          <a:endParaRPr lang="zh-CN" altLang="en-US"/>
        </a:p>
      </dgm:t>
    </dgm:pt>
    <dgm:pt modelId="{798EA721-92A7-482F-BE62-3E3A9D113CE8}" type="sibTrans" cxnId="{13908101-B1A1-4FE7-9551-A6FD743ED568}">
      <dgm:prSet/>
      <dgm:spPr/>
      <dgm:t>
        <a:bodyPr/>
        <a:lstStyle/>
        <a:p>
          <a:endParaRPr lang="zh-CN" altLang="en-US"/>
        </a:p>
      </dgm:t>
    </dgm:pt>
    <dgm:pt modelId="{83E6450D-490E-4234-8185-29682A01F16B}" type="pres">
      <dgm:prSet presAssocID="{3E3A9427-0CEE-49E6-9B37-975DDA1198AA}" presName="linear" presStyleCnt="0">
        <dgm:presLayoutVars>
          <dgm:animLvl val="lvl"/>
          <dgm:resizeHandles val="exact"/>
        </dgm:presLayoutVars>
      </dgm:prSet>
      <dgm:spPr/>
      <dgm:t>
        <a:bodyPr/>
        <a:lstStyle/>
        <a:p>
          <a:endParaRPr lang="zh-CN" altLang="en-US"/>
        </a:p>
      </dgm:t>
    </dgm:pt>
    <dgm:pt modelId="{F254EA59-B557-4F44-9B01-D128205558E3}" type="pres">
      <dgm:prSet presAssocID="{264545CD-AFBC-407B-88FE-3E7FB03477B8}" presName="parentText" presStyleLbl="node1" presStyleIdx="0" presStyleCnt="2">
        <dgm:presLayoutVars>
          <dgm:chMax val="0"/>
          <dgm:bulletEnabled val="1"/>
        </dgm:presLayoutVars>
      </dgm:prSet>
      <dgm:spPr/>
      <dgm:t>
        <a:bodyPr/>
        <a:lstStyle/>
        <a:p>
          <a:endParaRPr lang="zh-CN" altLang="en-US"/>
        </a:p>
      </dgm:t>
    </dgm:pt>
    <dgm:pt modelId="{99839EBE-E2FA-40F0-BA0F-BBD9AAAC1609}" type="pres">
      <dgm:prSet presAssocID="{E9E369EB-C3BE-4C4F-8548-E34F41666625}" presName="spacer" presStyleCnt="0"/>
      <dgm:spPr/>
    </dgm:pt>
    <dgm:pt modelId="{EBCAC5E9-58C4-4627-BFD9-9B8A34F1A338}" type="pres">
      <dgm:prSet presAssocID="{3EE5C216-6940-4CC3-A567-900755A411B3}" presName="parentText" presStyleLbl="node1" presStyleIdx="1" presStyleCnt="2">
        <dgm:presLayoutVars>
          <dgm:chMax val="0"/>
          <dgm:bulletEnabled val="1"/>
        </dgm:presLayoutVars>
      </dgm:prSet>
      <dgm:spPr/>
      <dgm:t>
        <a:bodyPr/>
        <a:lstStyle/>
        <a:p>
          <a:endParaRPr lang="zh-CN" altLang="en-US"/>
        </a:p>
      </dgm:t>
    </dgm:pt>
  </dgm:ptLst>
  <dgm:cxnLst>
    <dgm:cxn modelId="{F47EAD8C-5DA6-4D03-9CCF-AB41FBE8A5B1}" type="presOf" srcId="{264545CD-AFBC-407B-88FE-3E7FB03477B8}" destId="{F254EA59-B557-4F44-9B01-D128205558E3}" srcOrd="0" destOrd="0" presId="urn:microsoft.com/office/officeart/2005/8/layout/vList2"/>
    <dgm:cxn modelId="{2BE3BBC9-CA70-4ABE-8279-D16E15AFE9D6}" srcId="{3E3A9427-0CEE-49E6-9B37-975DDA1198AA}" destId="{264545CD-AFBC-407B-88FE-3E7FB03477B8}" srcOrd="0" destOrd="0" parTransId="{E0326D96-9A39-43AB-8091-0A3069549001}" sibTransId="{E9E369EB-C3BE-4C4F-8548-E34F41666625}"/>
    <dgm:cxn modelId="{13908101-B1A1-4FE7-9551-A6FD743ED568}" srcId="{3E3A9427-0CEE-49E6-9B37-975DDA1198AA}" destId="{3EE5C216-6940-4CC3-A567-900755A411B3}" srcOrd="1" destOrd="0" parTransId="{A1B485B3-4FA1-4D64-9566-1367F879A8B4}" sibTransId="{798EA721-92A7-482F-BE62-3E3A9D113CE8}"/>
    <dgm:cxn modelId="{A8BA8746-F1E3-4075-A17D-ED57AC82BF92}" type="presOf" srcId="{3EE5C216-6940-4CC3-A567-900755A411B3}" destId="{EBCAC5E9-58C4-4627-BFD9-9B8A34F1A338}" srcOrd="0" destOrd="0" presId="urn:microsoft.com/office/officeart/2005/8/layout/vList2"/>
    <dgm:cxn modelId="{47280AAE-6CA1-4F1B-B8B1-3F2ED8074ACF}" type="presOf" srcId="{3E3A9427-0CEE-49E6-9B37-975DDA1198AA}" destId="{83E6450D-490E-4234-8185-29682A01F16B}" srcOrd="0" destOrd="0" presId="urn:microsoft.com/office/officeart/2005/8/layout/vList2"/>
    <dgm:cxn modelId="{1E2A84C4-B21F-4477-8DB7-438EEA7E7466}" type="presParOf" srcId="{83E6450D-490E-4234-8185-29682A01F16B}" destId="{F254EA59-B557-4F44-9B01-D128205558E3}" srcOrd="0" destOrd="0" presId="urn:microsoft.com/office/officeart/2005/8/layout/vList2"/>
    <dgm:cxn modelId="{47402E0B-8BA7-44A6-B84F-9D36D532E971}" type="presParOf" srcId="{83E6450D-490E-4234-8185-29682A01F16B}" destId="{99839EBE-E2FA-40F0-BA0F-BBD9AAAC1609}" srcOrd="1" destOrd="0" presId="urn:microsoft.com/office/officeart/2005/8/layout/vList2"/>
    <dgm:cxn modelId="{5166091E-91E0-4BDE-AAB0-90816694DE63}" type="presParOf" srcId="{83E6450D-490E-4234-8185-29682A01F16B}" destId="{EBCAC5E9-58C4-4627-BFD9-9B8A34F1A338}" srcOrd="2" destOrd="0" presId="urn:microsoft.com/office/officeart/2005/8/layout/vList2"/>
  </dgm:cxnLst>
  <dgm:bg/>
  <dgm:whole/>
</dgm:dataModel>
</file>

<file path=ppt/diagrams/data3.xml><?xml version="1.0" encoding="utf-8"?>
<dgm:dataModel xmlns:dgm="http://schemas.openxmlformats.org/drawingml/2006/diagram" xmlns:a="http://schemas.openxmlformats.org/drawingml/2006/main">
  <dgm:ptLst>
    <dgm:pt modelId="{3E3A9427-0CEE-49E6-9B37-975DDA1198A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264545CD-AFBC-407B-88FE-3E7FB03477B8}">
      <dgm:prSet custT="1"/>
      <dgm:spPr/>
      <dgm:t>
        <a:bodyPr/>
        <a:lstStyle/>
        <a:p>
          <a:pPr algn="l" rtl="0"/>
          <a:r>
            <a:rPr lang="zh-CN" altLang="en-US" sz="2800" dirty="0" smtClean="0"/>
            <a:t>项目管理就是战略执行力</a:t>
          </a:r>
          <a:endParaRPr lang="en-US" sz="2800" dirty="0"/>
        </a:p>
      </dgm:t>
    </dgm:pt>
    <dgm:pt modelId="{E0326D96-9A39-43AB-8091-0A3069549001}" type="parTrans" cxnId="{2BE3BBC9-CA70-4ABE-8279-D16E15AFE9D6}">
      <dgm:prSet/>
      <dgm:spPr/>
      <dgm:t>
        <a:bodyPr/>
        <a:lstStyle/>
        <a:p>
          <a:endParaRPr lang="zh-CN" altLang="en-US"/>
        </a:p>
      </dgm:t>
    </dgm:pt>
    <dgm:pt modelId="{E9E369EB-C3BE-4C4F-8548-E34F41666625}" type="sibTrans" cxnId="{2BE3BBC9-CA70-4ABE-8279-D16E15AFE9D6}">
      <dgm:prSet/>
      <dgm:spPr/>
      <dgm:t>
        <a:bodyPr/>
        <a:lstStyle/>
        <a:p>
          <a:endParaRPr lang="zh-CN" altLang="en-US"/>
        </a:p>
      </dgm:t>
    </dgm:pt>
    <dgm:pt modelId="{3EE5C216-6940-4CC3-A567-900755A411B3}">
      <dgm:prSet custT="1"/>
      <dgm:spPr/>
      <dgm:t>
        <a:bodyPr/>
        <a:lstStyle/>
        <a:p>
          <a:pPr algn="l" rtl="0"/>
          <a:r>
            <a:rPr lang="zh-CN" altLang="en-US" sz="2800" dirty="0" smtClean="0"/>
            <a:t>项目管理是一套严谨的做事思维</a:t>
          </a:r>
          <a:endParaRPr lang="zh-CN" sz="2800" dirty="0"/>
        </a:p>
      </dgm:t>
    </dgm:pt>
    <dgm:pt modelId="{A1B485B3-4FA1-4D64-9566-1367F879A8B4}" type="parTrans" cxnId="{13908101-B1A1-4FE7-9551-A6FD743ED568}">
      <dgm:prSet/>
      <dgm:spPr/>
      <dgm:t>
        <a:bodyPr/>
        <a:lstStyle/>
        <a:p>
          <a:endParaRPr lang="zh-CN" altLang="en-US"/>
        </a:p>
      </dgm:t>
    </dgm:pt>
    <dgm:pt modelId="{798EA721-92A7-482F-BE62-3E3A9D113CE8}" type="sibTrans" cxnId="{13908101-B1A1-4FE7-9551-A6FD743ED568}">
      <dgm:prSet/>
      <dgm:spPr/>
      <dgm:t>
        <a:bodyPr/>
        <a:lstStyle/>
        <a:p>
          <a:endParaRPr lang="zh-CN" altLang="en-US"/>
        </a:p>
      </dgm:t>
    </dgm:pt>
    <dgm:pt modelId="{83E6450D-490E-4234-8185-29682A01F16B}" type="pres">
      <dgm:prSet presAssocID="{3E3A9427-0CEE-49E6-9B37-975DDA1198AA}" presName="linear" presStyleCnt="0">
        <dgm:presLayoutVars>
          <dgm:animLvl val="lvl"/>
          <dgm:resizeHandles val="exact"/>
        </dgm:presLayoutVars>
      </dgm:prSet>
      <dgm:spPr/>
      <dgm:t>
        <a:bodyPr/>
        <a:lstStyle/>
        <a:p>
          <a:endParaRPr lang="zh-CN" altLang="en-US"/>
        </a:p>
      </dgm:t>
    </dgm:pt>
    <dgm:pt modelId="{F254EA59-B557-4F44-9B01-D128205558E3}" type="pres">
      <dgm:prSet presAssocID="{264545CD-AFBC-407B-88FE-3E7FB03477B8}" presName="parentText" presStyleLbl="node1" presStyleIdx="0" presStyleCnt="2">
        <dgm:presLayoutVars>
          <dgm:chMax val="0"/>
          <dgm:bulletEnabled val="1"/>
        </dgm:presLayoutVars>
      </dgm:prSet>
      <dgm:spPr/>
      <dgm:t>
        <a:bodyPr/>
        <a:lstStyle/>
        <a:p>
          <a:endParaRPr lang="zh-CN" altLang="en-US"/>
        </a:p>
      </dgm:t>
    </dgm:pt>
    <dgm:pt modelId="{99839EBE-E2FA-40F0-BA0F-BBD9AAAC1609}" type="pres">
      <dgm:prSet presAssocID="{E9E369EB-C3BE-4C4F-8548-E34F41666625}" presName="spacer" presStyleCnt="0"/>
      <dgm:spPr/>
    </dgm:pt>
    <dgm:pt modelId="{EBCAC5E9-58C4-4627-BFD9-9B8A34F1A338}" type="pres">
      <dgm:prSet presAssocID="{3EE5C216-6940-4CC3-A567-900755A411B3}" presName="parentText" presStyleLbl="node1" presStyleIdx="1" presStyleCnt="2">
        <dgm:presLayoutVars>
          <dgm:chMax val="0"/>
          <dgm:bulletEnabled val="1"/>
        </dgm:presLayoutVars>
      </dgm:prSet>
      <dgm:spPr/>
      <dgm:t>
        <a:bodyPr/>
        <a:lstStyle/>
        <a:p>
          <a:endParaRPr lang="zh-CN" altLang="en-US"/>
        </a:p>
      </dgm:t>
    </dgm:pt>
  </dgm:ptLst>
  <dgm:cxnLst>
    <dgm:cxn modelId="{1B243FA7-A9A9-45E3-8ED4-1D0F754CEBDC}" type="presOf" srcId="{3EE5C216-6940-4CC3-A567-900755A411B3}" destId="{EBCAC5E9-58C4-4627-BFD9-9B8A34F1A338}" srcOrd="0" destOrd="0" presId="urn:microsoft.com/office/officeart/2005/8/layout/vList2"/>
    <dgm:cxn modelId="{545EE9FD-4C14-48FA-A48C-EEEE7854A475}" type="presOf" srcId="{264545CD-AFBC-407B-88FE-3E7FB03477B8}" destId="{F254EA59-B557-4F44-9B01-D128205558E3}" srcOrd="0" destOrd="0" presId="urn:microsoft.com/office/officeart/2005/8/layout/vList2"/>
    <dgm:cxn modelId="{2BE3BBC9-CA70-4ABE-8279-D16E15AFE9D6}" srcId="{3E3A9427-0CEE-49E6-9B37-975DDA1198AA}" destId="{264545CD-AFBC-407B-88FE-3E7FB03477B8}" srcOrd="0" destOrd="0" parTransId="{E0326D96-9A39-43AB-8091-0A3069549001}" sibTransId="{E9E369EB-C3BE-4C4F-8548-E34F41666625}"/>
    <dgm:cxn modelId="{E292B619-7060-4B02-9809-C05A9083B331}" type="presOf" srcId="{3E3A9427-0CEE-49E6-9B37-975DDA1198AA}" destId="{83E6450D-490E-4234-8185-29682A01F16B}" srcOrd="0" destOrd="0" presId="urn:microsoft.com/office/officeart/2005/8/layout/vList2"/>
    <dgm:cxn modelId="{13908101-B1A1-4FE7-9551-A6FD743ED568}" srcId="{3E3A9427-0CEE-49E6-9B37-975DDA1198AA}" destId="{3EE5C216-6940-4CC3-A567-900755A411B3}" srcOrd="1" destOrd="0" parTransId="{A1B485B3-4FA1-4D64-9566-1367F879A8B4}" sibTransId="{798EA721-92A7-482F-BE62-3E3A9D113CE8}"/>
    <dgm:cxn modelId="{2CAE1457-9739-4973-8DF1-AC8FF1E5F3A1}" type="presParOf" srcId="{83E6450D-490E-4234-8185-29682A01F16B}" destId="{F254EA59-B557-4F44-9B01-D128205558E3}" srcOrd="0" destOrd="0" presId="urn:microsoft.com/office/officeart/2005/8/layout/vList2"/>
    <dgm:cxn modelId="{9313B519-430F-4917-8C6D-8DE38BDE2135}" type="presParOf" srcId="{83E6450D-490E-4234-8185-29682A01F16B}" destId="{99839EBE-E2FA-40F0-BA0F-BBD9AAAC1609}" srcOrd="1" destOrd="0" presId="urn:microsoft.com/office/officeart/2005/8/layout/vList2"/>
    <dgm:cxn modelId="{F9A51C8D-6E85-4FCC-8110-7BB0C85C9D94}" type="presParOf" srcId="{83E6450D-490E-4234-8185-29682A01F16B}" destId="{EBCAC5E9-58C4-4627-BFD9-9B8A34F1A338}" srcOrd="2" destOrd="0" presId="urn:microsoft.com/office/officeart/2005/8/layout/vList2"/>
  </dgm:cxnLst>
  <dgm:bg/>
  <dgm:whole/>
</dgm:dataModel>
</file>

<file path=ppt/diagrams/data4.xml><?xml version="1.0" encoding="utf-8"?>
<dgm:dataModel xmlns:dgm="http://schemas.openxmlformats.org/drawingml/2006/diagram" xmlns:a="http://schemas.openxmlformats.org/drawingml/2006/main">
  <dgm:ptLst>
    <dgm:pt modelId="{C9D72F75-2D83-4783-910B-404A5894D81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6BAC1DF4-2649-4AEA-8DCB-B78AE224C548}">
      <dgm:prSet custT="1"/>
      <dgm:spPr/>
      <dgm:t>
        <a:bodyPr/>
        <a:lstStyle/>
        <a:p>
          <a:pPr rtl="0"/>
          <a:r>
            <a:rPr lang="zh-CN" altLang="en-US" sz="2800" dirty="0" smtClean="0"/>
            <a:t>非常</a:t>
          </a:r>
          <a:r>
            <a:rPr lang="zh-CN" sz="2800" dirty="0" smtClean="0"/>
            <a:t>努力的同学</a:t>
          </a:r>
          <a:endParaRPr lang="en-US" sz="2800" dirty="0"/>
        </a:p>
      </dgm:t>
    </dgm:pt>
    <dgm:pt modelId="{5502B990-DF60-4F68-8CDC-CD44197799C6}" type="parTrans" cxnId="{11FFCDF2-2566-4FCB-B9D4-AE0931F680D1}">
      <dgm:prSet/>
      <dgm:spPr/>
      <dgm:t>
        <a:bodyPr/>
        <a:lstStyle/>
        <a:p>
          <a:endParaRPr lang="zh-CN" altLang="en-US"/>
        </a:p>
      </dgm:t>
    </dgm:pt>
    <dgm:pt modelId="{482A1741-098F-482E-A7FE-D80C177085F5}" type="sibTrans" cxnId="{11FFCDF2-2566-4FCB-B9D4-AE0931F680D1}">
      <dgm:prSet/>
      <dgm:spPr/>
      <dgm:t>
        <a:bodyPr/>
        <a:lstStyle/>
        <a:p>
          <a:endParaRPr lang="zh-CN" altLang="en-US"/>
        </a:p>
      </dgm:t>
    </dgm:pt>
    <dgm:pt modelId="{30F205ED-4C9E-4E58-B1C4-6DB60E1C387A}">
      <dgm:prSet custT="1"/>
      <dgm:spPr/>
      <dgm:t>
        <a:bodyPr/>
        <a:lstStyle/>
        <a:p>
          <a:pPr rtl="0"/>
          <a:r>
            <a:rPr lang="zh-CN" sz="2800" dirty="0" smtClean="0"/>
            <a:t>爱思考的同学</a:t>
          </a:r>
          <a:endParaRPr lang="en-US" sz="2800" dirty="0"/>
        </a:p>
      </dgm:t>
    </dgm:pt>
    <dgm:pt modelId="{917D5510-4A96-4735-9C3C-DA457BA9147C}" type="parTrans" cxnId="{1392E440-39D5-4684-BB53-CB0EB8C0A613}">
      <dgm:prSet/>
      <dgm:spPr/>
      <dgm:t>
        <a:bodyPr/>
        <a:lstStyle/>
        <a:p>
          <a:endParaRPr lang="zh-CN" altLang="en-US"/>
        </a:p>
      </dgm:t>
    </dgm:pt>
    <dgm:pt modelId="{06C64561-D6D0-4E37-8C7F-F97A0CE65B5C}" type="sibTrans" cxnId="{1392E440-39D5-4684-BB53-CB0EB8C0A613}">
      <dgm:prSet/>
      <dgm:spPr/>
      <dgm:t>
        <a:bodyPr/>
        <a:lstStyle/>
        <a:p>
          <a:endParaRPr lang="zh-CN" altLang="en-US"/>
        </a:p>
      </dgm:t>
    </dgm:pt>
    <dgm:pt modelId="{0A3ECBE0-E5A7-429B-8236-1F25A5FA9245}">
      <dgm:prSet custT="1"/>
      <dgm:spPr/>
      <dgm:t>
        <a:bodyPr/>
        <a:lstStyle/>
        <a:p>
          <a:pPr rtl="0"/>
          <a:r>
            <a:rPr lang="zh-CN" sz="2800" dirty="0" smtClean="0"/>
            <a:t>有管理潜力的同学</a:t>
          </a:r>
          <a:endParaRPr lang="en-US" sz="2800" dirty="0"/>
        </a:p>
      </dgm:t>
    </dgm:pt>
    <dgm:pt modelId="{7ED6ADD1-F025-4A0A-A581-E22671ECCAC4}" type="parTrans" cxnId="{CAEE4667-13A2-4D93-897C-406B41647013}">
      <dgm:prSet/>
      <dgm:spPr/>
      <dgm:t>
        <a:bodyPr/>
        <a:lstStyle/>
        <a:p>
          <a:endParaRPr lang="zh-CN" altLang="en-US"/>
        </a:p>
      </dgm:t>
    </dgm:pt>
    <dgm:pt modelId="{5597AAF5-8238-43EA-A355-6F679352A66C}" type="sibTrans" cxnId="{CAEE4667-13A2-4D93-897C-406B41647013}">
      <dgm:prSet/>
      <dgm:spPr/>
      <dgm:t>
        <a:bodyPr/>
        <a:lstStyle/>
        <a:p>
          <a:endParaRPr lang="zh-CN" altLang="en-US"/>
        </a:p>
      </dgm:t>
    </dgm:pt>
    <dgm:pt modelId="{A3C2092E-3441-4D08-920A-5F18B5F7534A}">
      <dgm:prSet custT="1"/>
      <dgm:spPr/>
      <dgm:t>
        <a:bodyPr/>
        <a:lstStyle/>
        <a:p>
          <a:pPr rtl="0"/>
          <a:r>
            <a:rPr lang="zh-CN" sz="2800" dirty="0" smtClean="0"/>
            <a:t>有创业想法的同学</a:t>
          </a:r>
          <a:endParaRPr lang="en-US" sz="2800" dirty="0"/>
        </a:p>
      </dgm:t>
    </dgm:pt>
    <dgm:pt modelId="{28A7E8F9-3E0F-47BE-8194-D2AAD4142A1B}" type="parTrans" cxnId="{409B05CB-CF71-472F-9FCD-ABFEA41D8EDB}">
      <dgm:prSet/>
      <dgm:spPr/>
      <dgm:t>
        <a:bodyPr/>
        <a:lstStyle/>
        <a:p>
          <a:endParaRPr lang="zh-CN" altLang="en-US"/>
        </a:p>
      </dgm:t>
    </dgm:pt>
    <dgm:pt modelId="{CBBECAF9-157A-4970-9C0F-1AC677993606}" type="sibTrans" cxnId="{409B05CB-CF71-472F-9FCD-ABFEA41D8EDB}">
      <dgm:prSet/>
      <dgm:spPr/>
      <dgm:t>
        <a:bodyPr/>
        <a:lstStyle/>
        <a:p>
          <a:endParaRPr lang="zh-CN" altLang="en-US"/>
        </a:p>
      </dgm:t>
    </dgm:pt>
    <dgm:pt modelId="{6A93245B-DC05-4CD4-B128-7CA86575BE92}">
      <dgm:prSet custT="1"/>
      <dgm:spPr/>
      <dgm:t>
        <a:bodyPr/>
        <a:lstStyle/>
        <a:p>
          <a:r>
            <a:rPr lang="zh-CN" altLang="en-US" sz="2800" dirty="0" smtClean="0"/>
            <a:t>想做领导的同学</a:t>
          </a:r>
          <a:endParaRPr lang="zh-CN" altLang="en-US" sz="2800" dirty="0"/>
        </a:p>
      </dgm:t>
    </dgm:pt>
    <dgm:pt modelId="{1FDEA935-B7D3-4276-9B8E-1C4505892FB3}" type="parTrans" cxnId="{083F5893-8095-4494-BC43-1951081E6567}">
      <dgm:prSet/>
      <dgm:spPr/>
      <dgm:t>
        <a:bodyPr/>
        <a:lstStyle/>
        <a:p>
          <a:endParaRPr lang="zh-CN" altLang="en-US"/>
        </a:p>
      </dgm:t>
    </dgm:pt>
    <dgm:pt modelId="{556C5825-838A-4A9C-90CC-8D07F9D41035}" type="sibTrans" cxnId="{083F5893-8095-4494-BC43-1951081E6567}">
      <dgm:prSet/>
      <dgm:spPr/>
      <dgm:t>
        <a:bodyPr/>
        <a:lstStyle/>
        <a:p>
          <a:endParaRPr lang="zh-CN" altLang="en-US"/>
        </a:p>
      </dgm:t>
    </dgm:pt>
    <dgm:pt modelId="{EB0CFD0B-916A-4A4D-948B-080BE0DEED5F}" type="pres">
      <dgm:prSet presAssocID="{C9D72F75-2D83-4783-910B-404A5894D81C}" presName="linear" presStyleCnt="0">
        <dgm:presLayoutVars>
          <dgm:animLvl val="lvl"/>
          <dgm:resizeHandles val="exact"/>
        </dgm:presLayoutVars>
      </dgm:prSet>
      <dgm:spPr/>
      <dgm:t>
        <a:bodyPr/>
        <a:lstStyle/>
        <a:p>
          <a:endParaRPr lang="zh-CN" altLang="en-US"/>
        </a:p>
      </dgm:t>
    </dgm:pt>
    <dgm:pt modelId="{0DCFEE88-016B-43EF-935F-4B6F3C027B74}" type="pres">
      <dgm:prSet presAssocID="{6BAC1DF4-2649-4AEA-8DCB-B78AE224C548}" presName="parentText" presStyleLbl="node1" presStyleIdx="0" presStyleCnt="5">
        <dgm:presLayoutVars>
          <dgm:chMax val="0"/>
          <dgm:bulletEnabled val="1"/>
        </dgm:presLayoutVars>
      </dgm:prSet>
      <dgm:spPr/>
      <dgm:t>
        <a:bodyPr/>
        <a:lstStyle/>
        <a:p>
          <a:endParaRPr lang="zh-CN" altLang="en-US"/>
        </a:p>
      </dgm:t>
    </dgm:pt>
    <dgm:pt modelId="{CA6A034C-1189-4FBA-B900-47C1D3E240D8}" type="pres">
      <dgm:prSet presAssocID="{482A1741-098F-482E-A7FE-D80C177085F5}" presName="spacer" presStyleCnt="0"/>
      <dgm:spPr/>
    </dgm:pt>
    <dgm:pt modelId="{EF696A19-B8E7-43D3-9226-95F4F865AFA0}" type="pres">
      <dgm:prSet presAssocID="{30F205ED-4C9E-4E58-B1C4-6DB60E1C387A}" presName="parentText" presStyleLbl="node1" presStyleIdx="1" presStyleCnt="5">
        <dgm:presLayoutVars>
          <dgm:chMax val="0"/>
          <dgm:bulletEnabled val="1"/>
        </dgm:presLayoutVars>
      </dgm:prSet>
      <dgm:spPr/>
      <dgm:t>
        <a:bodyPr/>
        <a:lstStyle/>
        <a:p>
          <a:endParaRPr lang="zh-CN" altLang="en-US"/>
        </a:p>
      </dgm:t>
    </dgm:pt>
    <dgm:pt modelId="{109BBC3E-650E-40BE-82D2-D3EB65CDC1FE}" type="pres">
      <dgm:prSet presAssocID="{06C64561-D6D0-4E37-8C7F-F97A0CE65B5C}" presName="spacer" presStyleCnt="0"/>
      <dgm:spPr/>
    </dgm:pt>
    <dgm:pt modelId="{448EFF04-EFE3-4425-BBFB-89F8497A71D4}" type="pres">
      <dgm:prSet presAssocID="{0A3ECBE0-E5A7-429B-8236-1F25A5FA9245}" presName="parentText" presStyleLbl="node1" presStyleIdx="2" presStyleCnt="5">
        <dgm:presLayoutVars>
          <dgm:chMax val="0"/>
          <dgm:bulletEnabled val="1"/>
        </dgm:presLayoutVars>
      </dgm:prSet>
      <dgm:spPr/>
      <dgm:t>
        <a:bodyPr/>
        <a:lstStyle/>
        <a:p>
          <a:endParaRPr lang="zh-CN" altLang="en-US"/>
        </a:p>
      </dgm:t>
    </dgm:pt>
    <dgm:pt modelId="{8DE7BB76-45DE-4168-BBA0-355FFE4CABE6}" type="pres">
      <dgm:prSet presAssocID="{5597AAF5-8238-43EA-A355-6F679352A66C}" presName="spacer" presStyleCnt="0"/>
      <dgm:spPr/>
    </dgm:pt>
    <dgm:pt modelId="{0CCABA45-4045-4656-A144-B297FFD3767D}" type="pres">
      <dgm:prSet presAssocID="{A3C2092E-3441-4D08-920A-5F18B5F7534A}" presName="parentText" presStyleLbl="node1" presStyleIdx="3" presStyleCnt="5">
        <dgm:presLayoutVars>
          <dgm:chMax val="0"/>
          <dgm:bulletEnabled val="1"/>
        </dgm:presLayoutVars>
      </dgm:prSet>
      <dgm:spPr/>
      <dgm:t>
        <a:bodyPr/>
        <a:lstStyle/>
        <a:p>
          <a:endParaRPr lang="zh-CN" altLang="en-US"/>
        </a:p>
      </dgm:t>
    </dgm:pt>
    <dgm:pt modelId="{AB39CF50-93E7-4A07-9438-634A2DF222F4}" type="pres">
      <dgm:prSet presAssocID="{CBBECAF9-157A-4970-9C0F-1AC677993606}" presName="spacer" presStyleCnt="0"/>
      <dgm:spPr/>
    </dgm:pt>
    <dgm:pt modelId="{AA68F2C1-7CC9-4DE1-B3DA-3E6E1F280907}" type="pres">
      <dgm:prSet presAssocID="{6A93245B-DC05-4CD4-B128-7CA86575BE92}" presName="parentText" presStyleLbl="node1" presStyleIdx="4" presStyleCnt="5">
        <dgm:presLayoutVars>
          <dgm:chMax val="0"/>
          <dgm:bulletEnabled val="1"/>
        </dgm:presLayoutVars>
      </dgm:prSet>
      <dgm:spPr/>
      <dgm:t>
        <a:bodyPr/>
        <a:lstStyle/>
        <a:p>
          <a:endParaRPr lang="zh-CN" altLang="en-US"/>
        </a:p>
      </dgm:t>
    </dgm:pt>
  </dgm:ptLst>
  <dgm:cxnLst>
    <dgm:cxn modelId="{11FFCDF2-2566-4FCB-B9D4-AE0931F680D1}" srcId="{C9D72F75-2D83-4783-910B-404A5894D81C}" destId="{6BAC1DF4-2649-4AEA-8DCB-B78AE224C548}" srcOrd="0" destOrd="0" parTransId="{5502B990-DF60-4F68-8CDC-CD44197799C6}" sibTransId="{482A1741-098F-482E-A7FE-D80C177085F5}"/>
    <dgm:cxn modelId="{B5AEA2A8-7978-483D-88AA-7C8AA2EE6E16}" type="presOf" srcId="{6A93245B-DC05-4CD4-B128-7CA86575BE92}" destId="{AA68F2C1-7CC9-4DE1-B3DA-3E6E1F280907}" srcOrd="0" destOrd="0" presId="urn:microsoft.com/office/officeart/2005/8/layout/vList2"/>
    <dgm:cxn modelId="{7DF29C4E-5141-47E2-811D-CBFF469D58AF}" type="presOf" srcId="{C9D72F75-2D83-4783-910B-404A5894D81C}" destId="{EB0CFD0B-916A-4A4D-948B-080BE0DEED5F}" srcOrd="0" destOrd="0" presId="urn:microsoft.com/office/officeart/2005/8/layout/vList2"/>
    <dgm:cxn modelId="{409B05CB-CF71-472F-9FCD-ABFEA41D8EDB}" srcId="{C9D72F75-2D83-4783-910B-404A5894D81C}" destId="{A3C2092E-3441-4D08-920A-5F18B5F7534A}" srcOrd="3" destOrd="0" parTransId="{28A7E8F9-3E0F-47BE-8194-D2AAD4142A1B}" sibTransId="{CBBECAF9-157A-4970-9C0F-1AC677993606}"/>
    <dgm:cxn modelId="{4C2CA15A-116B-491A-9C6F-F1E679B9440A}" type="presOf" srcId="{A3C2092E-3441-4D08-920A-5F18B5F7534A}" destId="{0CCABA45-4045-4656-A144-B297FFD3767D}" srcOrd="0" destOrd="0" presId="urn:microsoft.com/office/officeart/2005/8/layout/vList2"/>
    <dgm:cxn modelId="{433AB8BC-1058-4720-B6CC-965ACD8FC568}" type="presOf" srcId="{6BAC1DF4-2649-4AEA-8DCB-B78AE224C548}" destId="{0DCFEE88-016B-43EF-935F-4B6F3C027B74}" srcOrd="0" destOrd="0" presId="urn:microsoft.com/office/officeart/2005/8/layout/vList2"/>
    <dgm:cxn modelId="{296B2922-ED6D-4352-B397-E694234436FE}" type="presOf" srcId="{0A3ECBE0-E5A7-429B-8236-1F25A5FA9245}" destId="{448EFF04-EFE3-4425-BBFB-89F8497A71D4}" srcOrd="0" destOrd="0" presId="urn:microsoft.com/office/officeart/2005/8/layout/vList2"/>
    <dgm:cxn modelId="{CAEE4667-13A2-4D93-897C-406B41647013}" srcId="{C9D72F75-2D83-4783-910B-404A5894D81C}" destId="{0A3ECBE0-E5A7-429B-8236-1F25A5FA9245}" srcOrd="2" destOrd="0" parTransId="{7ED6ADD1-F025-4A0A-A581-E22671ECCAC4}" sibTransId="{5597AAF5-8238-43EA-A355-6F679352A66C}"/>
    <dgm:cxn modelId="{7D524460-4A8D-4691-8C23-0E6BDC339F19}" type="presOf" srcId="{30F205ED-4C9E-4E58-B1C4-6DB60E1C387A}" destId="{EF696A19-B8E7-43D3-9226-95F4F865AFA0}" srcOrd="0" destOrd="0" presId="urn:microsoft.com/office/officeart/2005/8/layout/vList2"/>
    <dgm:cxn modelId="{083F5893-8095-4494-BC43-1951081E6567}" srcId="{C9D72F75-2D83-4783-910B-404A5894D81C}" destId="{6A93245B-DC05-4CD4-B128-7CA86575BE92}" srcOrd="4" destOrd="0" parTransId="{1FDEA935-B7D3-4276-9B8E-1C4505892FB3}" sibTransId="{556C5825-838A-4A9C-90CC-8D07F9D41035}"/>
    <dgm:cxn modelId="{1392E440-39D5-4684-BB53-CB0EB8C0A613}" srcId="{C9D72F75-2D83-4783-910B-404A5894D81C}" destId="{30F205ED-4C9E-4E58-B1C4-6DB60E1C387A}" srcOrd="1" destOrd="0" parTransId="{917D5510-4A96-4735-9C3C-DA457BA9147C}" sibTransId="{06C64561-D6D0-4E37-8C7F-F97A0CE65B5C}"/>
    <dgm:cxn modelId="{91CD798E-40BC-4E84-A34A-895009B326C7}" type="presParOf" srcId="{EB0CFD0B-916A-4A4D-948B-080BE0DEED5F}" destId="{0DCFEE88-016B-43EF-935F-4B6F3C027B74}" srcOrd="0" destOrd="0" presId="urn:microsoft.com/office/officeart/2005/8/layout/vList2"/>
    <dgm:cxn modelId="{5D3F274D-E954-482B-84B6-475ED230BEC6}" type="presParOf" srcId="{EB0CFD0B-916A-4A4D-948B-080BE0DEED5F}" destId="{CA6A034C-1189-4FBA-B900-47C1D3E240D8}" srcOrd="1" destOrd="0" presId="urn:microsoft.com/office/officeart/2005/8/layout/vList2"/>
    <dgm:cxn modelId="{17B97711-C136-48EB-87AD-824A3A1CAED8}" type="presParOf" srcId="{EB0CFD0B-916A-4A4D-948B-080BE0DEED5F}" destId="{EF696A19-B8E7-43D3-9226-95F4F865AFA0}" srcOrd="2" destOrd="0" presId="urn:microsoft.com/office/officeart/2005/8/layout/vList2"/>
    <dgm:cxn modelId="{D6DFF5FE-C889-477F-B002-B73CD1C8F88B}" type="presParOf" srcId="{EB0CFD0B-916A-4A4D-948B-080BE0DEED5F}" destId="{109BBC3E-650E-40BE-82D2-D3EB65CDC1FE}" srcOrd="3" destOrd="0" presId="urn:microsoft.com/office/officeart/2005/8/layout/vList2"/>
    <dgm:cxn modelId="{024616E2-8976-4B6B-873B-AF1C8C8469F2}" type="presParOf" srcId="{EB0CFD0B-916A-4A4D-948B-080BE0DEED5F}" destId="{448EFF04-EFE3-4425-BBFB-89F8497A71D4}" srcOrd="4" destOrd="0" presId="urn:microsoft.com/office/officeart/2005/8/layout/vList2"/>
    <dgm:cxn modelId="{0BEB23F1-2D2A-44B0-896D-11C889A99896}" type="presParOf" srcId="{EB0CFD0B-916A-4A4D-948B-080BE0DEED5F}" destId="{8DE7BB76-45DE-4168-BBA0-355FFE4CABE6}" srcOrd="5" destOrd="0" presId="urn:microsoft.com/office/officeart/2005/8/layout/vList2"/>
    <dgm:cxn modelId="{C5DED9E9-C078-418A-B887-3CC291466CD2}" type="presParOf" srcId="{EB0CFD0B-916A-4A4D-948B-080BE0DEED5F}" destId="{0CCABA45-4045-4656-A144-B297FFD3767D}" srcOrd="6" destOrd="0" presId="urn:microsoft.com/office/officeart/2005/8/layout/vList2"/>
    <dgm:cxn modelId="{3B38355B-9FE2-4FD1-B042-D01369F4C7DE}" type="presParOf" srcId="{EB0CFD0B-916A-4A4D-948B-080BE0DEED5F}" destId="{AB39CF50-93E7-4A07-9438-634A2DF222F4}" srcOrd="7" destOrd="0" presId="urn:microsoft.com/office/officeart/2005/8/layout/vList2"/>
    <dgm:cxn modelId="{0E172BD0-44B0-4054-B725-1185934F3FC9}" type="presParOf" srcId="{EB0CFD0B-916A-4A4D-948B-080BE0DEED5F}" destId="{AA68F2C1-7CC9-4DE1-B3DA-3E6E1F280907}" srcOrd="8" destOrd="0" presId="urn:microsoft.com/office/officeart/2005/8/layout/vList2"/>
  </dgm:cxnLst>
  <dgm:bg/>
  <dgm:whole/>
</dgm:dataModel>
</file>

<file path=ppt/diagrams/data5.xml><?xml version="1.0" encoding="utf-8"?>
<dgm:dataModel xmlns:dgm="http://schemas.openxmlformats.org/drawingml/2006/diagram" xmlns:a="http://schemas.openxmlformats.org/drawingml/2006/main">
  <dgm:ptLst>
    <dgm:pt modelId="{743686DF-A143-4872-BF7A-F138D737BFD8}" type="doc">
      <dgm:prSet loTypeId="urn:microsoft.com/office/officeart/2005/8/layout/vList2" loCatId="list" qsTypeId="urn:microsoft.com/office/officeart/2005/8/quickstyle/3d2" qsCatId="3D" csTypeId="urn:microsoft.com/office/officeart/2005/8/colors/accent1_5" csCatId="accent1" phldr="1"/>
      <dgm:spPr/>
      <dgm:t>
        <a:bodyPr/>
        <a:lstStyle/>
        <a:p>
          <a:endParaRPr lang="zh-CN" altLang="en-US"/>
        </a:p>
      </dgm:t>
    </dgm:pt>
    <dgm:pt modelId="{44F33E34-15E4-4540-87CD-0F86B582C162}">
      <dgm:prSet phldrT="[文本]"/>
      <dgm:spPr/>
      <dgm:t>
        <a:bodyPr/>
        <a:lstStyle/>
        <a:p>
          <a:r>
            <a:rPr lang="zh-CN" altLang="en-US" dirty="0" smtClean="0"/>
            <a:t>二、项目管理相关概念</a:t>
          </a:r>
          <a:endParaRPr lang="zh-CN" altLang="en-US" dirty="0"/>
        </a:p>
      </dgm:t>
    </dgm:pt>
    <dgm:pt modelId="{08E011D3-9F51-4945-9AD5-C41C6663D7AB}" type="parTrans" cxnId="{35E5782D-F447-47B4-9963-FC5C4849BA20}">
      <dgm:prSet/>
      <dgm:spPr/>
      <dgm:t>
        <a:bodyPr/>
        <a:lstStyle/>
        <a:p>
          <a:endParaRPr lang="zh-CN" altLang="en-US"/>
        </a:p>
      </dgm:t>
    </dgm:pt>
    <dgm:pt modelId="{0C33ACA3-04CC-4394-A24F-FDDDB42CA9B4}" type="sibTrans" cxnId="{35E5782D-F447-47B4-9963-FC5C4849BA20}">
      <dgm:prSet/>
      <dgm:spPr/>
      <dgm:t>
        <a:bodyPr/>
        <a:lstStyle/>
        <a:p>
          <a:endParaRPr lang="zh-CN" altLang="en-US"/>
        </a:p>
      </dgm:t>
    </dgm:pt>
    <dgm:pt modelId="{217A489D-9879-4C86-8103-E205A3CD9D70}">
      <dgm:prSet phldrT="[文本]"/>
      <dgm:spPr/>
      <dgm:t>
        <a:bodyPr/>
        <a:lstStyle/>
        <a:p>
          <a:r>
            <a:rPr lang="zh-CN" altLang="en-US" dirty="0" smtClean="0"/>
            <a:t>三、把工作当做项目来做</a:t>
          </a:r>
          <a:endParaRPr lang="zh-CN" altLang="en-US" dirty="0"/>
        </a:p>
      </dgm:t>
    </dgm:pt>
    <dgm:pt modelId="{5DB9ACC0-F6DA-467A-88E3-584D817BD1B2}" type="parTrans" cxnId="{A10FF30B-3204-49F0-8F7C-01B55833842C}">
      <dgm:prSet/>
      <dgm:spPr/>
      <dgm:t>
        <a:bodyPr/>
        <a:lstStyle/>
        <a:p>
          <a:endParaRPr lang="zh-CN" altLang="en-US"/>
        </a:p>
      </dgm:t>
    </dgm:pt>
    <dgm:pt modelId="{DBE2B170-F9C0-4D45-8B31-D1C897224934}" type="sibTrans" cxnId="{A10FF30B-3204-49F0-8F7C-01B55833842C}">
      <dgm:prSet/>
      <dgm:spPr/>
      <dgm:t>
        <a:bodyPr/>
        <a:lstStyle/>
        <a:p>
          <a:endParaRPr lang="zh-CN" altLang="en-US"/>
        </a:p>
      </dgm:t>
    </dgm:pt>
    <dgm:pt modelId="{A346E78D-B714-4CCA-95EF-794EFA1E0D34}">
      <dgm:prSet/>
      <dgm:spPr/>
      <dgm:t>
        <a:bodyPr/>
        <a:lstStyle/>
        <a:p>
          <a:r>
            <a:rPr lang="zh-CN" altLang="en-US" dirty="0" smtClean="0"/>
            <a:t>四、项目管理完整框架</a:t>
          </a:r>
          <a:endParaRPr lang="zh-CN" altLang="en-US" dirty="0"/>
        </a:p>
      </dgm:t>
    </dgm:pt>
    <dgm:pt modelId="{14AD1653-56A3-4E30-85D2-278B6AAF031B}" type="parTrans" cxnId="{EDBAC107-3511-4D81-A770-0AB2AE6F4040}">
      <dgm:prSet/>
      <dgm:spPr/>
      <dgm:t>
        <a:bodyPr/>
        <a:lstStyle/>
        <a:p>
          <a:endParaRPr lang="zh-CN" altLang="en-US"/>
        </a:p>
      </dgm:t>
    </dgm:pt>
    <dgm:pt modelId="{717E5830-F6A8-4B6D-B535-D078086A78C0}" type="sibTrans" cxnId="{EDBAC107-3511-4D81-A770-0AB2AE6F4040}">
      <dgm:prSet/>
      <dgm:spPr/>
      <dgm:t>
        <a:bodyPr/>
        <a:lstStyle/>
        <a:p>
          <a:endParaRPr lang="zh-CN" altLang="en-US"/>
        </a:p>
      </dgm:t>
    </dgm:pt>
    <dgm:pt modelId="{5FE391A4-2C86-4285-836B-15360860D743}">
      <dgm:prSet/>
      <dgm:spPr/>
      <dgm:t>
        <a:bodyPr/>
        <a:lstStyle/>
        <a:p>
          <a:r>
            <a:rPr lang="zh-CN" altLang="en-US" dirty="0" smtClean="0"/>
            <a:t>五、生活中的项目管理</a:t>
          </a:r>
          <a:endParaRPr lang="zh-CN" altLang="en-US" dirty="0"/>
        </a:p>
      </dgm:t>
    </dgm:pt>
    <dgm:pt modelId="{A375F275-0874-4D69-97AE-27E59A8F8484}" type="parTrans" cxnId="{C9C1C9ED-768A-4D71-8544-D7EB906888B8}">
      <dgm:prSet/>
      <dgm:spPr/>
      <dgm:t>
        <a:bodyPr/>
        <a:lstStyle/>
        <a:p>
          <a:endParaRPr lang="zh-CN" altLang="en-US"/>
        </a:p>
      </dgm:t>
    </dgm:pt>
    <dgm:pt modelId="{7E40B167-3FC0-409A-A88C-3B6D61E956FE}" type="sibTrans" cxnId="{C9C1C9ED-768A-4D71-8544-D7EB906888B8}">
      <dgm:prSet/>
      <dgm:spPr/>
      <dgm:t>
        <a:bodyPr/>
        <a:lstStyle/>
        <a:p>
          <a:endParaRPr lang="zh-CN" altLang="en-US"/>
        </a:p>
      </dgm:t>
    </dgm:pt>
    <dgm:pt modelId="{56CC67EE-D6B4-43D9-86FE-5DDD29B8279F}">
      <dgm:prSet phldrT="[文本]"/>
      <dgm:spPr/>
      <dgm:t>
        <a:bodyPr/>
        <a:lstStyle/>
        <a:p>
          <a:r>
            <a:rPr lang="zh-CN" altLang="en-US" dirty="0" smtClean="0"/>
            <a:t>一、项目及项目管理的定义</a:t>
          </a:r>
          <a:endParaRPr lang="zh-CN" altLang="en-US" dirty="0"/>
        </a:p>
      </dgm:t>
    </dgm:pt>
    <dgm:pt modelId="{73E1F0F2-D38A-452F-A174-339C4E49499A}" type="sibTrans" cxnId="{267CF0D0-36B5-47BF-85F5-2D79DA756875}">
      <dgm:prSet/>
      <dgm:spPr/>
      <dgm:t>
        <a:bodyPr/>
        <a:lstStyle/>
        <a:p>
          <a:endParaRPr lang="zh-CN" altLang="en-US"/>
        </a:p>
      </dgm:t>
    </dgm:pt>
    <dgm:pt modelId="{F443C2DF-DB05-4502-8DF8-C421F1026DA4}" type="parTrans" cxnId="{267CF0D0-36B5-47BF-85F5-2D79DA756875}">
      <dgm:prSet/>
      <dgm:spPr/>
      <dgm:t>
        <a:bodyPr/>
        <a:lstStyle/>
        <a:p>
          <a:endParaRPr lang="zh-CN" altLang="en-US"/>
        </a:p>
      </dgm:t>
    </dgm:pt>
    <dgm:pt modelId="{B8D2A46E-3207-40AD-8607-92954C9D4377}">
      <dgm:prSet/>
      <dgm:spPr/>
      <dgm:t>
        <a:bodyPr/>
        <a:lstStyle/>
        <a:p>
          <a:r>
            <a:rPr lang="zh-CN" altLang="en-US" dirty="0" smtClean="0"/>
            <a:t>六、优秀的项目经理应具备的能力和心态</a:t>
          </a:r>
          <a:endParaRPr lang="zh-CN" altLang="en-US" dirty="0"/>
        </a:p>
      </dgm:t>
    </dgm:pt>
    <dgm:pt modelId="{47D6E585-055A-447C-8095-9AEB8B7264CF}" type="parTrans" cxnId="{B0BE278D-9F82-4FC1-9A3A-3452D021AB03}">
      <dgm:prSet/>
      <dgm:spPr/>
      <dgm:t>
        <a:bodyPr/>
        <a:lstStyle/>
        <a:p>
          <a:endParaRPr lang="zh-CN" altLang="en-US"/>
        </a:p>
      </dgm:t>
    </dgm:pt>
    <dgm:pt modelId="{3A940563-3D1E-414D-B1DF-D2D02E25E681}" type="sibTrans" cxnId="{B0BE278D-9F82-4FC1-9A3A-3452D021AB03}">
      <dgm:prSet/>
      <dgm:spPr/>
      <dgm:t>
        <a:bodyPr/>
        <a:lstStyle/>
        <a:p>
          <a:endParaRPr lang="zh-CN" altLang="en-US"/>
        </a:p>
      </dgm:t>
    </dgm:pt>
    <dgm:pt modelId="{467D52A5-FA21-43F1-AA12-8DC8F69F3DDC}">
      <dgm:prSet/>
      <dgm:spPr/>
      <dgm:t>
        <a:bodyPr/>
        <a:lstStyle/>
        <a:p>
          <a:r>
            <a:rPr lang="zh-CN" altLang="en-US" dirty="0" smtClean="0"/>
            <a:t>七、学习项目管理后的思考？</a:t>
          </a:r>
          <a:endParaRPr lang="zh-CN" altLang="en-US" dirty="0"/>
        </a:p>
      </dgm:t>
    </dgm:pt>
    <dgm:pt modelId="{075A2455-5235-4286-B94E-26219EACFEB1}" type="parTrans" cxnId="{733FBF10-B405-438E-81A2-8C60FF96B7CB}">
      <dgm:prSet/>
      <dgm:spPr/>
      <dgm:t>
        <a:bodyPr/>
        <a:lstStyle/>
        <a:p>
          <a:endParaRPr lang="zh-CN" altLang="en-US"/>
        </a:p>
      </dgm:t>
    </dgm:pt>
    <dgm:pt modelId="{AC981210-EEDA-4162-9760-8BA7A5C00D4A}" type="sibTrans" cxnId="{733FBF10-B405-438E-81A2-8C60FF96B7CB}">
      <dgm:prSet/>
      <dgm:spPr/>
      <dgm:t>
        <a:bodyPr/>
        <a:lstStyle/>
        <a:p>
          <a:endParaRPr lang="zh-CN" altLang="en-US"/>
        </a:p>
      </dgm:t>
    </dgm:pt>
    <dgm:pt modelId="{1E1C0057-8CF9-463B-A7CB-D48CBB4A40F2}">
      <dgm:prSet/>
      <dgm:spPr/>
      <dgm:t>
        <a:bodyPr/>
        <a:lstStyle/>
        <a:p>
          <a:r>
            <a:rPr lang="zh-CN" altLang="en-US" dirty="0" smtClean="0"/>
            <a:t>八、项目管理资格证书</a:t>
          </a:r>
          <a:endParaRPr lang="zh-CN" altLang="en-US" dirty="0"/>
        </a:p>
      </dgm:t>
    </dgm:pt>
    <dgm:pt modelId="{A9F3DA37-3495-4A54-84F0-A496AE89EC4E}" type="parTrans" cxnId="{7112AC22-68BF-44AC-81BF-BB8B845BEBD9}">
      <dgm:prSet/>
      <dgm:spPr/>
      <dgm:t>
        <a:bodyPr/>
        <a:lstStyle/>
        <a:p>
          <a:endParaRPr lang="zh-CN" altLang="en-US"/>
        </a:p>
      </dgm:t>
    </dgm:pt>
    <dgm:pt modelId="{7AFCC9A4-4975-43C9-97FC-6DE0F018EAEB}" type="sibTrans" cxnId="{7112AC22-68BF-44AC-81BF-BB8B845BEBD9}">
      <dgm:prSet/>
      <dgm:spPr/>
      <dgm:t>
        <a:bodyPr/>
        <a:lstStyle/>
        <a:p>
          <a:endParaRPr lang="zh-CN" altLang="en-US"/>
        </a:p>
      </dgm:t>
    </dgm:pt>
    <dgm:pt modelId="{D639827E-3A23-4C3C-97E5-50A312D833FB}">
      <dgm:prSet/>
      <dgm:spPr/>
      <dgm:t>
        <a:bodyPr/>
        <a:lstStyle/>
        <a:p>
          <a:r>
            <a:rPr lang="zh-CN" altLang="en-US" dirty="0" smtClean="0"/>
            <a:t>九、其他分享</a:t>
          </a:r>
          <a:endParaRPr lang="zh-CN" altLang="en-US" dirty="0"/>
        </a:p>
      </dgm:t>
    </dgm:pt>
    <dgm:pt modelId="{61A88ACC-2FE6-4E6A-859B-437935243F7D}" type="parTrans" cxnId="{31CF0498-C1EA-4DD1-BB58-68F6494EE971}">
      <dgm:prSet/>
      <dgm:spPr/>
    </dgm:pt>
    <dgm:pt modelId="{00C471E2-77C6-4EF8-9559-5C6311546A90}" type="sibTrans" cxnId="{31CF0498-C1EA-4DD1-BB58-68F6494EE971}">
      <dgm:prSet/>
      <dgm:spPr/>
    </dgm:pt>
    <dgm:pt modelId="{68BF583A-49ED-45EA-A9DD-AF24B4AC317F}" type="pres">
      <dgm:prSet presAssocID="{743686DF-A143-4872-BF7A-F138D737BFD8}" presName="linear" presStyleCnt="0">
        <dgm:presLayoutVars>
          <dgm:animLvl val="lvl"/>
          <dgm:resizeHandles val="exact"/>
        </dgm:presLayoutVars>
      </dgm:prSet>
      <dgm:spPr/>
      <dgm:t>
        <a:bodyPr/>
        <a:lstStyle/>
        <a:p>
          <a:endParaRPr lang="zh-CN" altLang="en-US"/>
        </a:p>
      </dgm:t>
    </dgm:pt>
    <dgm:pt modelId="{6C02879C-742A-45FF-9EA7-27C252C1AA46}" type="pres">
      <dgm:prSet presAssocID="{56CC67EE-D6B4-43D9-86FE-5DDD29B8279F}" presName="parentText" presStyleLbl="node1" presStyleIdx="0" presStyleCnt="9">
        <dgm:presLayoutVars>
          <dgm:chMax val="0"/>
          <dgm:bulletEnabled val="1"/>
        </dgm:presLayoutVars>
      </dgm:prSet>
      <dgm:spPr/>
      <dgm:t>
        <a:bodyPr/>
        <a:lstStyle/>
        <a:p>
          <a:endParaRPr lang="zh-CN" altLang="en-US"/>
        </a:p>
      </dgm:t>
    </dgm:pt>
    <dgm:pt modelId="{3F3CB81C-EEAA-428B-8EE3-83DE6E37ADDB}" type="pres">
      <dgm:prSet presAssocID="{73E1F0F2-D38A-452F-A174-339C4E49499A}" presName="spacer" presStyleCnt="0"/>
      <dgm:spPr/>
    </dgm:pt>
    <dgm:pt modelId="{835D3459-5FA9-4EB9-96EE-3125C01E7C52}" type="pres">
      <dgm:prSet presAssocID="{44F33E34-15E4-4540-87CD-0F86B582C162}" presName="parentText" presStyleLbl="node1" presStyleIdx="1" presStyleCnt="9">
        <dgm:presLayoutVars>
          <dgm:chMax val="0"/>
          <dgm:bulletEnabled val="1"/>
        </dgm:presLayoutVars>
      </dgm:prSet>
      <dgm:spPr/>
      <dgm:t>
        <a:bodyPr/>
        <a:lstStyle/>
        <a:p>
          <a:endParaRPr lang="zh-CN" altLang="en-US"/>
        </a:p>
      </dgm:t>
    </dgm:pt>
    <dgm:pt modelId="{FECC3A8C-9CA2-4CCC-905F-DCB94FD1D36F}" type="pres">
      <dgm:prSet presAssocID="{0C33ACA3-04CC-4394-A24F-FDDDB42CA9B4}" presName="spacer" presStyleCnt="0"/>
      <dgm:spPr/>
    </dgm:pt>
    <dgm:pt modelId="{3213AD32-F2E0-47EF-9967-BBF177F775C0}" type="pres">
      <dgm:prSet presAssocID="{217A489D-9879-4C86-8103-E205A3CD9D70}" presName="parentText" presStyleLbl="node1" presStyleIdx="2" presStyleCnt="9">
        <dgm:presLayoutVars>
          <dgm:chMax val="0"/>
          <dgm:bulletEnabled val="1"/>
        </dgm:presLayoutVars>
      </dgm:prSet>
      <dgm:spPr/>
      <dgm:t>
        <a:bodyPr/>
        <a:lstStyle/>
        <a:p>
          <a:endParaRPr lang="zh-CN" altLang="en-US"/>
        </a:p>
      </dgm:t>
    </dgm:pt>
    <dgm:pt modelId="{EA1DD661-4BA4-48FF-8E54-F39FFF1CAA53}" type="pres">
      <dgm:prSet presAssocID="{DBE2B170-F9C0-4D45-8B31-D1C897224934}" presName="spacer" presStyleCnt="0"/>
      <dgm:spPr/>
    </dgm:pt>
    <dgm:pt modelId="{90B46370-EC85-4BFE-8009-7DB330330352}" type="pres">
      <dgm:prSet presAssocID="{A346E78D-B714-4CCA-95EF-794EFA1E0D34}" presName="parentText" presStyleLbl="node1" presStyleIdx="3" presStyleCnt="9">
        <dgm:presLayoutVars>
          <dgm:chMax val="0"/>
          <dgm:bulletEnabled val="1"/>
        </dgm:presLayoutVars>
      </dgm:prSet>
      <dgm:spPr/>
      <dgm:t>
        <a:bodyPr/>
        <a:lstStyle/>
        <a:p>
          <a:endParaRPr lang="zh-CN" altLang="en-US"/>
        </a:p>
      </dgm:t>
    </dgm:pt>
    <dgm:pt modelId="{D6181195-A364-4D16-8CB0-FC5CFC120195}" type="pres">
      <dgm:prSet presAssocID="{717E5830-F6A8-4B6D-B535-D078086A78C0}" presName="spacer" presStyleCnt="0"/>
      <dgm:spPr/>
    </dgm:pt>
    <dgm:pt modelId="{EE2DAD86-C222-43C1-B852-54BFC79532E5}" type="pres">
      <dgm:prSet presAssocID="{5FE391A4-2C86-4285-836B-15360860D743}" presName="parentText" presStyleLbl="node1" presStyleIdx="4" presStyleCnt="9">
        <dgm:presLayoutVars>
          <dgm:chMax val="0"/>
          <dgm:bulletEnabled val="1"/>
        </dgm:presLayoutVars>
      </dgm:prSet>
      <dgm:spPr/>
      <dgm:t>
        <a:bodyPr/>
        <a:lstStyle/>
        <a:p>
          <a:endParaRPr lang="zh-CN" altLang="en-US"/>
        </a:p>
      </dgm:t>
    </dgm:pt>
    <dgm:pt modelId="{4389F3E7-FF88-4204-BF4A-39D7E30DFCE2}" type="pres">
      <dgm:prSet presAssocID="{7E40B167-3FC0-409A-A88C-3B6D61E956FE}" presName="spacer" presStyleCnt="0"/>
      <dgm:spPr/>
    </dgm:pt>
    <dgm:pt modelId="{1EFCF5C7-AD44-4769-9D23-41EB4AA47A65}" type="pres">
      <dgm:prSet presAssocID="{B8D2A46E-3207-40AD-8607-92954C9D4377}" presName="parentText" presStyleLbl="node1" presStyleIdx="5" presStyleCnt="9">
        <dgm:presLayoutVars>
          <dgm:chMax val="0"/>
          <dgm:bulletEnabled val="1"/>
        </dgm:presLayoutVars>
      </dgm:prSet>
      <dgm:spPr/>
      <dgm:t>
        <a:bodyPr/>
        <a:lstStyle/>
        <a:p>
          <a:endParaRPr lang="zh-CN" altLang="en-US"/>
        </a:p>
      </dgm:t>
    </dgm:pt>
    <dgm:pt modelId="{21CEF718-7CA2-480C-AAC3-FFEC8699877B}" type="pres">
      <dgm:prSet presAssocID="{3A940563-3D1E-414D-B1DF-D2D02E25E681}" presName="spacer" presStyleCnt="0"/>
      <dgm:spPr/>
    </dgm:pt>
    <dgm:pt modelId="{EEEED286-BBD2-4BE5-947D-B342994086EC}" type="pres">
      <dgm:prSet presAssocID="{467D52A5-FA21-43F1-AA12-8DC8F69F3DDC}" presName="parentText" presStyleLbl="node1" presStyleIdx="6" presStyleCnt="9">
        <dgm:presLayoutVars>
          <dgm:chMax val="0"/>
          <dgm:bulletEnabled val="1"/>
        </dgm:presLayoutVars>
      </dgm:prSet>
      <dgm:spPr/>
      <dgm:t>
        <a:bodyPr/>
        <a:lstStyle/>
        <a:p>
          <a:endParaRPr lang="zh-CN" altLang="en-US"/>
        </a:p>
      </dgm:t>
    </dgm:pt>
    <dgm:pt modelId="{69BDFAC4-4D6E-4806-B280-C95E96AE9AAB}" type="pres">
      <dgm:prSet presAssocID="{AC981210-EEDA-4162-9760-8BA7A5C00D4A}" presName="spacer" presStyleCnt="0"/>
      <dgm:spPr/>
    </dgm:pt>
    <dgm:pt modelId="{5C3E4C21-56B4-4240-A9C2-2FF81E03660F}" type="pres">
      <dgm:prSet presAssocID="{1E1C0057-8CF9-463B-A7CB-D48CBB4A40F2}" presName="parentText" presStyleLbl="node1" presStyleIdx="7" presStyleCnt="9">
        <dgm:presLayoutVars>
          <dgm:chMax val="0"/>
          <dgm:bulletEnabled val="1"/>
        </dgm:presLayoutVars>
      </dgm:prSet>
      <dgm:spPr/>
      <dgm:t>
        <a:bodyPr/>
        <a:lstStyle/>
        <a:p>
          <a:endParaRPr lang="zh-CN" altLang="en-US"/>
        </a:p>
      </dgm:t>
    </dgm:pt>
    <dgm:pt modelId="{FD87D608-55AA-4508-919F-B86FF70997DD}" type="pres">
      <dgm:prSet presAssocID="{7AFCC9A4-4975-43C9-97FC-6DE0F018EAEB}" presName="spacer" presStyleCnt="0"/>
      <dgm:spPr/>
    </dgm:pt>
    <dgm:pt modelId="{2DBF4BA9-B9BA-4109-9F66-D4B0320DD788}" type="pres">
      <dgm:prSet presAssocID="{D639827E-3A23-4C3C-97E5-50A312D833FB}" presName="parentText" presStyleLbl="node1" presStyleIdx="8" presStyleCnt="9">
        <dgm:presLayoutVars>
          <dgm:chMax val="0"/>
          <dgm:bulletEnabled val="1"/>
        </dgm:presLayoutVars>
      </dgm:prSet>
      <dgm:spPr/>
      <dgm:t>
        <a:bodyPr/>
        <a:lstStyle/>
        <a:p>
          <a:endParaRPr lang="zh-CN" altLang="en-US"/>
        </a:p>
      </dgm:t>
    </dgm:pt>
  </dgm:ptLst>
  <dgm:cxnLst>
    <dgm:cxn modelId="{B0BE278D-9F82-4FC1-9A3A-3452D021AB03}" srcId="{743686DF-A143-4872-BF7A-F138D737BFD8}" destId="{B8D2A46E-3207-40AD-8607-92954C9D4377}" srcOrd="5" destOrd="0" parTransId="{47D6E585-055A-447C-8095-9AEB8B7264CF}" sibTransId="{3A940563-3D1E-414D-B1DF-D2D02E25E681}"/>
    <dgm:cxn modelId="{8FE66001-F5D8-47F4-889D-008F0481B1E3}" type="presOf" srcId="{A346E78D-B714-4CCA-95EF-794EFA1E0D34}" destId="{90B46370-EC85-4BFE-8009-7DB330330352}" srcOrd="0" destOrd="0" presId="urn:microsoft.com/office/officeart/2005/8/layout/vList2"/>
    <dgm:cxn modelId="{C6F215C0-2E44-4B07-9CD3-40549EE8D729}" type="presOf" srcId="{467D52A5-FA21-43F1-AA12-8DC8F69F3DDC}" destId="{EEEED286-BBD2-4BE5-947D-B342994086EC}" srcOrd="0" destOrd="0" presId="urn:microsoft.com/office/officeart/2005/8/layout/vList2"/>
    <dgm:cxn modelId="{AE22BC6C-D842-4AB8-A782-3B2F970E0498}" type="presOf" srcId="{5FE391A4-2C86-4285-836B-15360860D743}" destId="{EE2DAD86-C222-43C1-B852-54BFC79532E5}" srcOrd="0" destOrd="0" presId="urn:microsoft.com/office/officeart/2005/8/layout/vList2"/>
    <dgm:cxn modelId="{C2B5A578-4256-4349-B21E-0B8FD0BEF8AE}" type="presOf" srcId="{44F33E34-15E4-4540-87CD-0F86B582C162}" destId="{835D3459-5FA9-4EB9-96EE-3125C01E7C52}" srcOrd="0" destOrd="0" presId="urn:microsoft.com/office/officeart/2005/8/layout/vList2"/>
    <dgm:cxn modelId="{EDBAC107-3511-4D81-A770-0AB2AE6F4040}" srcId="{743686DF-A143-4872-BF7A-F138D737BFD8}" destId="{A346E78D-B714-4CCA-95EF-794EFA1E0D34}" srcOrd="3" destOrd="0" parTransId="{14AD1653-56A3-4E30-85D2-278B6AAF031B}" sibTransId="{717E5830-F6A8-4B6D-B535-D078086A78C0}"/>
    <dgm:cxn modelId="{FDECF22C-6310-42DE-8F37-FE05CB30713A}" type="presOf" srcId="{56CC67EE-D6B4-43D9-86FE-5DDD29B8279F}" destId="{6C02879C-742A-45FF-9EA7-27C252C1AA46}" srcOrd="0" destOrd="0" presId="urn:microsoft.com/office/officeart/2005/8/layout/vList2"/>
    <dgm:cxn modelId="{923704DE-19B4-4735-A391-6C4165E70DEF}" type="presOf" srcId="{1E1C0057-8CF9-463B-A7CB-D48CBB4A40F2}" destId="{5C3E4C21-56B4-4240-A9C2-2FF81E03660F}" srcOrd="0" destOrd="0" presId="urn:microsoft.com/office/officeart/2005/8/layout/vList2"/>
    <dgm:cxn modelId="{733FBF10-B405-438E-81A2-8C60FF96B7CB}" srcId="{743686DF-A143-4872-BF7A-F138D737BFD8}" destId="{467D52A5-FA21-43F1-AA12-8DC8F69F3DDC}" srcOrd="6" destOrd="0" parTransId="{075A2455-5235-4286-B94E-26219EACFEB1}" sibTransId="{AC981210-EEDA-4162-9760-8BA7A5C00D4A}"/>
    <dgm:cxn modelId="{37E6CAC6-37C9-44E7-96E8-23570B25989F}" type="presOf" srcId="{B8D2A46E-3207-40AD-8607-92954C9D4377}" destId="{1EFCF5C7-AD44-4769-9D23-41EB4AA47A65}" srcOrd="0" destOrd="0" presId="urn:microsoft.com/office/officeart/2005/8/layout/vList2"/>
    <dgm:cxn modelId="{35E5782D-F447-47B4-9963-FC5C4849BA20}" srcId="{743686DF-A143-4872-BF7A-F138D737BFD8}" destId="{44F33E34-15E4-4540-87CD-0F86B582C162}" srcOrd="1" destOrd="0" parTransId="{08E011D3-9F51-4945-9AD5-C41C6663D7AB}" sibTransId="{0C33ACA3-04CC-4394-A24F-FDDDB42CA9B4}"/>
    <dgm:cxn modelId="{9CD68A56-1089-4AF6-91F1-F2A8B6B2DD09}" type="presOf" srcId="{D639827E-3A23-4C3C-97E5-50A312D833FB}" destId="{2DBF4BA9-B9BA-4109-9F66-D4B0320DD788}" srcOrd="0" destOrd="0" presId="urn:microsoft.com/office/officeart/2005/8/layout/vList2"/>
    <dgm:cxn modelId="{65A528F7-71F7-4B7E-A502-40A2B14A9701}" type="presOf" srcId="{743686DF-A143-4872-BF7A-F138D737BFD8}" destId="{68BF583A-49ED-45EA-A9DD-AF24B4AC317F}" srcOrd="0" destOrd="0" presId="urn:microsoft.com/office/officeart/2005/8/layout/vList2"/>
    <dgm:cxn modelId="{31CF0498-C1EA-4DD1-BB58-68F6494EE971}" srcId="{743686DF-A143-4872-BF7A-F138D737BFD8}" destId="{D639827E-3A23-4C3C-97E5-50A312D833FB}" srcOrd="8" destOrd="0" parTransId="{61A88ACC-2FE6-4E6A-859B-437935243F7D}" sibTransId="{00C471E2-77C6-4EF8-9559-5C6311546A90}"/>
    <dgm:cxn modelId="{7112AC22-68BF-44AC-81BF-BB8B845BEBD9}" srcId="{743686DF-A143-4872-BF7A-F138D737BFD8}" destId="{1E1C0057-8CF9-463B-A7CB-D48CBB4A40F2}" srcOrd="7" destOrd="0" parTransId="{A9F3DA37-3495-4A54-84F0-A496AE89EC4E}" sibTransId="{7AFCC9A4-4975-43C9-97FC-6DE0F018EAEB}"/>
    <dgm:cxn modelId="{AB8C0DE0-9261-45A5-8C15-6CD848DAD91C}" type="presOf" srcId="{217A489D-9879-4C86-8103-E205A3CD9D70}" destId="{3213AD32-F2E0-47EF-9967-BBF177F775C0}" srcOrd="0" destOrd="0" presId="urn:microsoft.com/office/officeart/2005/8/layout/vList2"/>
    <dgm:cxn modelId="{267CF0D0-36B5-47BF-85F5-2D79DA756875}" srcId="{743686DF-A143-4872-BF7A-F138D737BFD8}" destId="{56CC67EE-D6B4-43D9-86FE-5DDD29B8279F}" srcOrd="0" destOrd="0" parTransId="{F443C2DF-DB05-4502-8DF8-C421F1026DA4}" sibTransId="{73E1F0F2-D38A-452F-A174-339C4E49499A}"/>
    <dgm:cxn modelId="{A10FF30B-3204-49F0-8F7C-01B55833842C}" srcId="{743686DF-A143-4872-BF7A-F138D737BFD8}" destId="{217A489D-9879-4C86-8103-E205A3CD9D70}" srcOrd="2" destOrd="0" parTransId="{5DB9ACC0-F6DA-467A-88E3-584D817BD1B2}" sibTransId="{DBE2B170-F9C0-4D45-8B31-D1C897224934}"/>
    <dgm:cxn modelId="{C9C1C9ED-768A-4D71-8544-D7EB906888B8}" srcId="{743686DF-A143-4872-BF7A-F138D737BFD8}" destId="{5FE391A4-2C86-4285-836B-15360860D743}" srcOrd="4" destOrd="0" parTransId="{A375F275-0874-4D69-97AE-27E59A8F8484}" sibTransId="{7E40B167-3FC0-409A-A88C-3B6D61E956FE}"/>
    <dgm:cxn modelId="{3CB94C71-FF05-4BED-AE14-E634F4245907}" type="presParOf" srcId="{68BF583A-49ED-45EA-A9DD-AF24B4AC317F}" destId="{6C02879C-742A-45FF-9EA7-27C252C1AA46}" srcOrd="0" destOrd="0" presId="urn:microsoft.com/office/officeart/2005/8/layout/vList2"/>
    <dgm:cxn modelId="{D9628EE7-F8BE-4C4A-A954-86D84E5E629A}" type="presParOf" srcId="{68BF583A-49ED-45EA-A9DD-AF24B4AC317F}" destId="{3F3CB81C-EEAA-428B-8EE3-83DE6E37ADDB}" srcOrd="1" destOrd="0" presId="urn:microsoft.com/office/officeart/2005/8/layout/vList2"/>
    <dgm:cxn modelId="{5B2209EE-2FB3-49E7-AAE1-EED178FA751F}" type="presParOf" srcId="{68BF583A-49ED-45EA-A9DD-AF24B4AC317F}" destId="{835D3459-5FA9-4EB9-96EE-3125C01E7C52}" srcOrd="2" destOrd="0" presId="urn:microsoft.com/office/officeart/2005/8/layout/vList2"/>
    <dgm:cxn modelId="{17A0412A-BD7B-43F8-A8A9-58060F6801FE}" type="presParOf" srcId="{68BF583A-49ED-45EA-A9DD-AF24B4AC317F}" destId="{FECC3A8C-9CA2-4CCC-905F-DCB94FD1D36F}" srcOrd="3" destOrd="0" presId="urn:microsoft.com/office/officeart/2005/8/layout/vList2"/>
    <dgm:cxn modelId="{5DCB36EC-82CC-4A63-938B-9C065B121BC3}" type="presParOf" srcId="{68BF583A-49ED-45EA-A9DD-AF24B4AC317F}" destId="{3213AD32-F2E0-47EF-9967-BBF177F775C0}" srcOrd="4" destOrd="0" presId="urn:microsoft.com/office/officeart/2005/8/layout/vList2"/>
    <dgm:cxn modelId="{1ADDDB28-8B4E-4328-9FF9-F982A34AC9D6}" type="presParOf" srcId="{68BF583A-49ED-45EA-A9DD-AF24B4AC317F}" destId="{EA1DD661-4BA4-48FF-8E54-F39FFF1CAA53}" srcOrd="5" destOrd="0" presId="urn:microsoft.com/office/officeart/2005/8/layout/vList2"/>
    <dgm:cxn modelId="{DD28A091-1423-4718-9109-5EFB837CFFE5}" type="presParOf" srcId="{68BF583A-49ED-45EA-A9DD-AF24B4AC317F}" destId="{90B46370-EC85-4BFE-8009-7DB330330352}" srcOrd="6" destOrd="0" presId="urn:microsoft.com/office/officeart/2005/8/layout/vList2"/>
    <dgm:cxn modelId="{7BB0A229-2269-4C77-8A5B-03399F6ED3FF}" type="presParOf" srcId="{68BF583A-49ED-45EA-A9DD-AF24B4AC317F}" destId="{D6181195-A364-4D16-8CB0-FC5CFC120195}" srcOrd="7" destOrd="0" presId="urn:microsoft.com/office/officeart/2005/8/layout/vList2"/>
    <dgm:cxn modelId="{57A5889B-926B-42B4-BB5D-4C7E34F1E140}" type="presParOf" srcId="{68BF583A-49ED-45EA-A9DD-AF24B4AC317F}" destId="{EE2DAD86-C222-43C1-B852-54BFC79532E5}" srcOrd="8" destOrd="0" presId="urn:microsoft.com/office/officeart/2005/8/layout/vList2"/>
    <dgm:cxn modelId="{BBCA131D-89A8-46F6-A2D3-2BE3509A9B42}" type="presParOf" srcId="{68BF583A-49ED-45EA-A9DD-AF24B4AC317F}" destId="{4389F3E7-FF88-4204-BF4A-39D7E30DFCE2}" srcOrd="9" destOrd="0" presId="urn:microsoft.com/office/officeart/2005/8/layout/vList2"/>
    <dgm:cxn modelId="{C2B88313-55A4-420D-BDAC-8A003504FA26}" type="presParOf" srcId="{68BF583A-49ED-45EA-A9DD-AF24B4AC317F}" destId="{1EFCF5C7-AD44-4769-9D23-41EB4AA47A65}" srcOrd="10" destOrd="0" presId="urn:microsoft.com/office/officeart/2005/8/layout/vList2"/>
    <dgm:cxn modelId="{668611BA-C931-4FF1-AF9F-C54EBD46A8B7}" type="presParOf" srcId="{68BF583A-49ED-45EA-A9DD-AF24B4AC317F}" destId="{21CEF718-7CA2-480C-AAC3-FFEC8699877B}" srcOrd="11" destOrd="0" presId="urn:microsoft.com/office/officeart/2005/8/layout/vList2"/>
    <dgm:cxn modelId="{922F645A-E9EC-492B-A19F-06859D3CF2EA}" type="presParOf" srcId="{68BF583A-49ED-45EA-A9DD-AF24B4AC317F}" destId="{EEEED286-BBD2-4BE5-947D-B342994086EC}" srcOrd="12" destOrd="0" presId="urn:microsoft.com/office/officeart/2005/8/layout/vList2"/>
    <dgm:cxn modelId="{9D1E60D7-7D89-435A-B68B-251AE6E77D62}" type="presParOf" srcId="{68BF583A-49ED-45EA-A9DD-AF24B4AC317F}" destId="{69BDFAC4-4D6E-4806-B280-C95E96AE9AAB}" srcOrd="13" destOrd="0" presId="urn:microsoft.com/office/officeart/2005/8/layout/vList2"/>
    <dgm:cxn modelId="{F8A5A9A7-22CC-47B5-AA69-B8E2F5014C8B}" type="presParOf" srcId="{68BF583A-49ED-45EA-A9DD-AF24B4AC317F}" destId="{5C3E4C21-56B4-4240-A9C2-2FF81E03660F}" srcOrd="14" destOrd="0" presId="urn:microsoft.com/office/officeart/2005/8/layout/vList2"/>
    <dgm:cxn modelId="{3639BE3C-6EAD-40DC-9182-8C4C856CDD09}" type="presParOf" srcId="{68BF583A-49ED-45EA-A9DD-AF24B4AC317F}" destId="{FD87D608-55AA-4508-919F-B86FF70997DD}" srcOrd="15" destOrd="0" presId="urn:microsoft.com/office/officeart/2005/8/layout/vList2"/>
    <dgm:cxn modelId="{1D760403-0610-4CD6-B64C-DEDBE8A9E577}" type="presParOf" srcId="{68BF583A-49ED-45EA-A9DD-AF24B4AC317F}" destId="{2DBF4BA9-B9BA-4109-9F66-D4B0320DD788}" srcOrd="16" destOrd="0" presId="urn:microsoft.com/office/officeart/2005/8/layout/vList2"/>
  </dgm:cxnLst>
  <dgm:bg/>
  <dgm:whole/>
</dgm:dataModel>
</file>

<file path=ppt/diagrams/data6.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一、项目及项目管理的定义</a:t>
          </a:r>
          <a:endParaRPr lang="zh-CN" altLang="en-US" sz="4000" dirty="0"/>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6EDA604E-0A67-4F70-80DE-14E21149ACF1}" type="presOf" srcId="{AB26C09D-67A0-4F1A-BD2A-D9B9F5B6A603}" destId="{E17AD282-D8A2-4C27-B59E-D314B3292384}" srcOrd="0" destOrd="0" presId="urn:microsoft.com/office/officeart/2005/8/layout/vList2"/>
    <dgm:cxn modelId="{103ECAED-3590-43C7-AA4B-742C4A177963}" type="presOf" srcId="{723F4E9A-15B0-40F0-AE31-3CCE57844F3B}" destId="{9E239BDD-6367-4ED4-BB2F-2F994F692FA4}" srcOrd="0" destOrd="0" presId="urn:microsoft.com/office/officeart/2005/8/layout/vList2"/>
    <dgm:cxn modelId="{432923F7-DEC1-451A-B4C1-49A276D376E3}" srcId="{723F4E9A-15B0-40F0-AE31-3CCE57844F3B}" destId="{AB26C09D-67A0-4F1A-BD2A-D9B9F5B6A603}" srcOrd="0" destOrd="0" parTransId="{92920E7C-D058-45E8-970D-AF35958976DA}" sibTransId="{E5C8B5F1-27C4-4BAA-90F6-A05BF189ED80}"/>
    <dgm:cxn modelId="{4574E647-0FE6-4A8D-8EB5-5C9D789EA550}" type="presParOf" srcId="{9E239BDD-6367-4ED4-BB2F-2F994F692FA4}" destId="{E17AD282-D8A2-4C27-B59E-D314B3292384}" srcOrd="0" destOrd="0" presId="urn:microsoft.com/office/officeart/2005/8/layout/vList2"/>
  </dgm:cxnLst>
  <dgm:bg/>
  <dgm:whole/>
</dgm:dataModel>
</file>

<file path=ppt/diagrams/data7.xml><?xml version="1.0" encoding="utf-8"?>
<dgm:dataModel xmlns:dgm="http://schemas.openxmlformats.org/drawingml/2006/diagram" xmlns:a="http://schemas.openxmlformats.org/drawingml/2006/main">
  <dgm:ptLst>
    <dgm:pt modelId="{E0F63EEB-1E2D-48E2-8CF9-5371FB49FC5A}" type="doc">
      <dgm:prSet loTypeId="urn:microsoft.com/office/officeart/2005/8/layout/vList2" loCatId="list" qsTypeId="urn:microsoft.com/office/officeart/2005/8/quickstyle/simple2" qsCatId="simple" csTypeId="urn:microsoft.com/office/officeart/2005/8/colors/accent1_2" csCatId="accent1"/>
      <dgm:spPr/>
      <dgm:t>
        <a:bodyPr/>
        <a:lstStyle/>
        <a:p>
          <a:endParaRPr lang="zh-CN" altLang="en-US"/>
        </a:p>
      </dgm:t>
    </dgm:pt>
    <dgm:pt modelId="{D4C4A6A8-913C-4FCA-A13C-D7EB3C7D70A6}">
      <dgm:prSet/>
      <dgm:spPr/>
      <dgm:t>
        <a:bodyPr/>
        <a:lstStyle/>
        <a:p>
          <a:pPr rtl="0"/>
          <a:r>
            <a:rPr lang="zh-CN" dirty="0" smtClean="0"/>
            <a:t>创立一个新公司</a:t>
          </a:r>
          <a:endParaRPr lang="en-US" dirty="0"/>
        </a:p>
      </dgm:t>
    </dgm:pt>
    <dgm:pt modelId="{62588FCE-E967-4760-BE03-032EADCDDF50}" type="parTrans" cxnId="{8D59E05D-0531-4708-A97E-B1025889DA87}">
      <dgm:prSet/>
      <dgm:spPr/>
      <dgm:t>
        <a:bodyPr/>
        <a:lstStyle/>
        <a:p>
          <a:endParaRPr lang="zh-CN" altLang="en-US"/>
        </a:p>
      </dgm:t>
    </dgm:pt>
    <dgm:pt modelId="{A0BD247E-45A6-47AB-9CC0-68012EA85E2B}" type="sibTrans" cxnId="{8D59E05D-0531-4708-A97E-B1025889DA87}">
      <dgm:prSet/>
      <dgm:spPr/>
      <dgm:t>
        <a:bodyPr/>
        <a:lstStyle/>
        <a:p>
          <a:endParaRPr lang="zh-CN" altLang="en-US"/>
        </a:p>
      </dgm:t>
    </dgm:pt>
    <dgm:pt modelId="{FFBEFA48-345A-4086-9206-7126CE77FC9D}">
      <dgm:prSet/>
      <dgm:spPr/>
      <dgm:t>
        <a:bodyPr/>
        <a:lstStyle/>
        <a:p>
          <a:pPr rtl="0"/>
          <a:r>
            <a:rPr lang="zh-CN" dirty="0" smtClean="0"/>
            <a:t>举办一次婚礼</a:t>
          </a:r>
          <a:endParaRPr lang="en-US" dirty="0"/>
        </a:p>
      </dgm:t>
    </dgm:pt>
    <dgm:pt modelId="{9C61FC70-8E59-4F5D-96B9-46D4D858FB46}" type="parTrans" cxnId="{64A9CB68-F031-4EC1-8889-35A7B03F3389}">
      <dgm:prSet/>
      <dgm:spPr/>
      <dgm:t>
        <a:bodyPr/>
        <a:lstStyle/>
        <a:p>
          <a:endParaRPr lang="zh-CN" altLang="en-US"/>
        </a:p>
      </dgm:t>
    </dgm:pt>
    <dgm:pt modelId="{002BF20A-FA26-4764-90C5-34E880DD7CBB}" type="sibTrans" cxnId="{64A9CB68-F031-4EC1-8889-35A7B03F3389}">
      <dgm:prSet/>
      <dgm:spPr/>
      <dgm:t>
        <a:bodyPr/>
        <a:lstStyle/>
        <a:p>
          <a:endParaRPr lang="zh-CN" altLang="en-US"/>
        </a:p>
      </dgm:t>
    </dgm:pt>
    <dgm:pt modelId="{56C6D0CA-F95E-44CC-957D-65189A703C46}">
      <dgm:prSet/>
      <dgm:spPr/>
      <dgm:t>
        <a:bodyPr/>
        <a:lstStyle/>
        <a:p>
          <a:pPr rtl="0"/>
          <a:r>
            <a:rPr lang="zh-CN" dirty="0" smtClean="0"/>
            <a:t>举办奥运会</a:t>
          </a:r>
          <a:endParaRPr lang="en-US" dirty="0"/>
        </a:p>
      </dgm:t>
    </dgm:pt>
    <dgm:pt modelId="{0D3B7B0F-2ABF-4EAD-8DF8-71E351ED235F}" type="parTrans" cxnId="{0514E734-2F5E-4823-B03A-2660E9A19282}">
      <dgm:prSet/>
      <dgm:spPr/>
      <dgm:t>
        <a:bodyPr/>
        <a:lstStyle/>
        <a:p>
          <a:endParaRPr lang="zh-CN" altLang="en-US"/>
        </a:p>
      </dgm:t>
    </dgm:pt>
    <dgm:pt modelId="{F99F2713-00BC-46A6-9EC0-CF5DE991FD51}" type="sibTrans" cxnId="{0514E734-2F5E-4823-B03A-2660E9A19282}">
      <dgm:prSet/>
      <dgm:spPr/>
      <dgm:t>
        <a:bodyPr/>
        <a:lstStyle/>
        <a:p>
          <a:endParaRPr lang="zh-CN" altLang="en-US"/>
        </a:p>
      </dgm:t>
    </dgm:pt>
    <dgm:pt modelId="{957D89D8-3AFE-491D-9769-4DB534C05BBC}">
      <dgm:prSet/>
      <dgm:spPr/>
      <dgm:t>
        <a:bodyPr/>
        <a:lstStyle/>
        <a:p>
          <a:pPr rtl="0"/>
          <a:r>
            <a:rPr lang="zh-CN" dirty="0" smtClean="0"/>
            <a:t>子女培养</a:t>
          </a:r>
          <a:endParaRPr lang="en-US" dirty="0"/>
        </a:p>
      </dgm:t>
    </dgm:pt>
    <dgm:pt modelId="{48412D4C-8402-47FE-AC59-B19724DE9A53}" type="parTrans" cxnId="{DDDE6FF1-54D1-4F4F-B200-CA4D65369633}">
      <dgm:prSet/>
      <dgm:spPr/>
      <dgm:t>
        <a:bodyPr/>
        <a:lstStyle/>
        <a:p>
          <a:endParaRPr lang="zh-CN" altLang="en-US"/>
        </a:p>
      </dgm:t>
    </dgm:pt>
    <dgm:pt modelId="{61027BA5-9478-446D-848A-FB070C0B4250}" type="sibTrans" cxnId="{DDDE6FF1-54D1-4F4F-B200-CA4D65369633}">
      <dgm:prSet/>
      <dgm:spPr/>
      <dgm:t>
        <a:bodyPr/>
        <a:lstStyle/>
        <a:p>
          <a:endParaRPr lang="zh-CN" altLang="en-US"/>
        </a:p>
      </dgm:t>
    </dgm:pt>
    <dgm:pt modelId="{11EE2B51-AF0C-42C8-88BA-00A6B1B869E3}">
      <dgm:prSet/>
      <dgm:spPr/>
      <dgm:t>
        <a:bodyPr/>
        <a:lstStyle/>
        <a:p>
          <a:pPr rtl="0"/>
          <a:r>
            <a:rPr lang="zh-CN" dirty="0" smtClean="0"/>
            <a:t>总统竞选</a:t>
          </a:r>
          <a:endParaRPr lang="en-US" dirty="0"/>
        </a:p>
      </dgm:t>
    </dgm:pt>
    <dgm:pt modelId="{15DFBBB1-26C3-4918-AB81-2A7F2B97E12E}" type="parTrans" cxnId="{09B96C52-808F-4DFC-BFCC-56AFBB15FB66}">
      <dgm:prSet/>
      <dgm:spPr/>
      <dgm:t>
        <a:bodyPr/>
        <a:lstStyle/>
        <a:p>
          <a:endParaRPr lang="zh-CN" altLang="en-US"/>
        </a:p>
      </dgm:t>
    </dgm:pt>
    <dgm:pt modelId="{3514D2AA-6973-4069-A3F4-B233CD9E7D39}" type="sibTrans" cxnId="{09B96C52-808F-4DFC-BFCC-56AFBB15FB66}">
      <dgm:prSet/>
      <dgm:spPr/>
      <dgm:t>
        <a:bodyPr/>
        <a:lstStyle/>
        <a:p>
          <a:endParaRPr lang="zh-CN" altLang="en-US"/>
        </a:p>
      </dgm:t>
    </dgm:pt>
    <dgm:pt modelId="{E21AB187-CFBC-4BAE-870E-2A979FB93499}">
      <dgm:prSet/>
      <dgm:spPr/>
      <dgm:t>
        <a:bodyPr/>
        <a:lstStyle/>
        <a:p>
          <a:pPr rtl="0"/>
          <a:r>
            <a:rPr lang="zh-CN" dirty="0" smtClean="0"/>
            <a:t>生产线产品制造</a:t>
          </a:r>
          <a:endParaRPr lang="en-US" dirty="0"/>
        </a:p>
      </dgm:t>
    </dgm:pt>
    <dgm:pt modelId="{2AF26962-9B98-43A7-B759-08CDB4F4F3EF}" type="parTrans" cxnId="{FE1EB121-F384-4BAD-BE2B-64B447D7F668}">
      <dgm:prSet/>
      <dgm:spPr/>
      <dgm:t>
        <a:bodyPr/>
        <a:lstStyle/>
        <a:p>
          <a:endParaRPr lang="zh-CN" altLang="en-US"/>
        </a:p>
      </dgm:t>
    </dgm:pt>
    <dgm:pt modelId="{D153EF08-33F9-484D-934B-9574DE580657}" type="sibTrans" cxnId="{FE1EB121-F384-4BAD-BE2B-64B447D7F668}">
      <dgm:prSet/>
      <dgm:spPr/>
      <dgm:t>
        <a:bodyPr/>
        <a:lstStyle/>
        <a:p>
          <a:endParaRPr lang="zh-CN" altLang="en-US"/>
        </a:p>
      </dgm:t>
    </dgm:pt>
    <dgm:pt modelId="{C46DE935-42F3-4FDB-8BC8-38BE8639ED88}">
      <dgm:prSet/>
      <dgm:spPr/>
      <dgm:t>
        <a:bodyPr/>
        <a:lstStyle/>
        <a:p>
          <a:pPr rtl="0"/>
          <a:r>
            <a:rPr lang="zh-CN" dirty="0" smtClean="0"/>
            <a:t>卫星发射</a:t>
          </a:r>
          <a:endParaRPr lang="en-US" dirty="0"/>
        </a:p>
      </dgm:t>
    </dgm:pt>
    <dgm:pt modelId="{B8358079-6189-4992-B251-E78A3C0FAF9B}" type="parTrans" cxnId="{090CE8B2-B82B-4B36-AF1C-106CA8068B78}">
      <dgm:prSet/>
      <dgm:spPr/>
      <dgm:t>
        <a:bodyPr/>
        <a:lstStyle/>
        <a:p>
          <a:endParaRPr lang="zh-CN" altLang="en-US"/>
        </a:p>
      </dgm:t>
    </dgm:pt>
    <dgm:pt modelId="{48618824-C3CE-41C5-B352-D33A5ECF7648}" type="sibTrans" cxnId="{090CE8B2-B82B-4B36-AF1C-106CA8068B78}">
      <dgm:prSet/>
      <dgm:spPr/>
      <dgm:t>
        <a:bodyPr/>
        <a:lstStyle/>
        <a:p>
          <a:endParaRPr lang="zh-CN" altLang="en-US"/>
        </a:p>
      </dgm:t>
    </dgm:pt>
    <dgm:pt modelId="{9B2FE104-8F6A-4FE6-A9FB-0694A601A63D}">
      <dgm:prSet/>
      <dgm:spPr/>
      <dgm:t>
        <a:bodyPr/>
        <a:lstStyle/>
        <a:p>
          <a:pPr rtl="0"/>
          <a:r>
            <a:rPr lang="zh-CN" dirty="0" smtClean="0"/>
            <a:t>开发</a:t>
          </a:r>
          <a:r>
            <a:rPr lang="en-US" dirty="0" smtClean="0"/>
            <a:t>ERP</a:t>
          </a:r>
          <a:r>
            <a:rPr lang="zh-CN" dirty="0" smtClean="0"/>
            <a:t>系统</a:t>
          </a:r>
          <a:endParaRPr lang="zh-CN" dirty="0"/>
        </a:p>
      </dgm:t>
    </dgm:pt>
    <dgm:pt modelId="{B7ADD1EC-A2E8-45AA-AE4F-F38AB4FE9DC0}" type="parTrans" cxnId="{FA6D0551-3510-4CD5-9231-99900C3C28B5}">
      <dgm:prSet/>
      <dgm:spPr/>
      <dgm:t>
        <a:bodyPr/>
        <a:lstStyle/>
        <a:p>
          <a:endParaRPr lang="zh-CN" altLang="en-US"/>
        </a:p>
      </dgm:t>
    </dgm:pt>
    <dgm:pt modelId="{07DCDD3F-C6C5-4F84-B931-86D0FD4285A6}" type="sibTrans" cxnId="{FA6D0551-3510-4CD5-9231-99900C3C28B5}">
      <dgm:prSet/>
      <dgm:spPr/>
      <dgm:t>
        <a:bodyPr/>
        <a:lstStyle/>
        <a:p>
          <a:endParaRPr lang="zh-CN" altLang="en-US"/>
        </a:p>
      </dgm:t>
    </dgm:pt>
    <dgm:pt modelId="{086C993C-8FC2-46CD-AC16-9ACB7E167977}" type="pres">
      <dgm:prSet presAssocID="{E0F63EEB-1E2D-48E2-8CF9-5371FB49FC5A}" presName="linear" presStyleCnt="0">
        <dgm:presLayoutVars>
          <dgm:animLvl val="lvl"/>
          <dgm:resizeHandles val="exact"/>
        </dgm:presLayoutVars>
      </dgm:prSet>
      <dgm:spPr/>
      <dgm:t>
        <a:bodyPr/>
        <a:lstStyle/>
        <a:p>
          <a:endParaRPr lang="zh-CN" altLang="en-US"/>
        </a:p>
      </dgm:t>
    </dgm:pt>
    <dgm:pt modelId="{48B245E6-E528-4204-890B-2161CE1D4BC1}" type="pres">
      <dgm:prSet presAssocID="{D4C4A6A8-913C-4FCA-A13C-D7EB3C7D70A6}" presName="parentText" presStyleLbl="node1" presStyleIdx="0" presStyleCnt="8">
        <dgm:presLayoutVars>
          <dgm:chMax val="0"/>
          <dgm:bulletEnabled val="1"/>
        </dgm:presLayoutVars>
      </dgm:prSet>
      <dgm:spPr/>
      <dgm:t>
        <a:bodyPr/>
        <a:lstStyle/>
        <a:p>
          <a:endParaRPr lang="zh-CN" altLang="en-US"/>
        </a:p>
      </dgm:t>
    </dgm:pt>
    <dgm:pt modelId="{0D3C563F-16D9-4229-A6BB-97CED56B1413}" type="pres">
      <dgm:prSet presAssocID="{A0BD247E-45A6-47AB-9CC0-68012EA85E2B}" presName="spacer" presStyleCnt="0"/>
      <dgm:spPr/>
    </dgm:pt>
    <dgm:pt modelId="{50778852-53B2-496D-BE34-A56E9644C504}" type="pres">
      <dgm:prSet presAssocID="{FFBEFA48-345A-4086-9206-7126CE77FC9D}" presName="parentText" presStyleLbl="node1" presStyleIdx="1" presStyleCnt="8">
        <dgm:presLayoutVars>
          <dgm:chMax val="0"/>
          <dgm:bulletEnabled val="1"/>
        </dgm:presLayoutVars>
      </dgm:prSet>
      <dgm:spPr/>
      <dgm:t>
        <a:bodyPr/>
        <a:lstStyle/>
        <a:p>
          <a:endParaRPr lang="zh-CN" altLang="en-US"/>
        </a:p>
      </dgm:t>
    </dgm:pt>
    <dgm:pt modelId="{8E43D688-E1C1-481C-A32E-F584B8C5AB1E}" type="pres">
      <dgm:prSet presAssocID="{002BF20A-FA26-4764-90C5-34E880DD7CBB}" presName="spacer" presStyleCnt="0"/>
      <dgm:spPr/>
    </dgm:pt>
    <dgm:pt modelId="{05D218AB-ECA7-4848-8166-CF1C591A967F}" type="pres">
      <dgm:prSet presAssocID="{56C6D0CA-F95E-44CC-957D-65189A703C46}" presName="parentText" presStyleLbl="node1" presStyleIdx="2" presStyleCnt="8">
        <dgm:presLayoutVars>
          <dgm:chMax val="0"/>
          <dgm:bulletEnabled val="1"/>
        </dgm:presLayoutVars>
      </dgm:prSet>
      <dgm:spPr/>
      <dgm:t>
        <a:bodyPr/>
        <a:lstStyle/>
        <a:p>
          <a:endParaRPr lang="zh-CN" altLang="en-US"/>
        </a:p>
      </dgm:t>
    </dgm:pt>
    <dgm:pt modelId="{308698D5-B7DB-4BB2-B6D4-CBD57422A967}" type="pres">
      <dgm:prSet presAssocID="{F99F2713-00BC-46A6-9EC0-CF5DE991FD51}" presName="spacer" presStyleCnt="0"/>
      <dgm:spPr/>
    </dgm:pt>
    <dgm:pt modelId="{326DC1D8-B37F-4A7A-BBE2-F69009470D51}" type="pres">
      <dgm:prSet presAssocID="{957D89D8-3AFE-491D-9769-4DB534C05BBC}" presName="parentText" presStyleLbl="node1" presStyleIdx="3" presStyleCnt="8">
        <dgm:presLayoutVars>
          <dgm:chMax val="0"/>
          <dgm:bulletEnabled val="1"/>
        </dgm:presLayoutVars>
      </dgm:prSet>
      <dgm:spPr/>
      <dgm:t>
        <a:bodyPr/>
        <a:lstStyle/>
        <a:p>
          <a:endParaRPr lang="zh-CN" altLang="en-US"/>
        </a:p>
      </dgm:t>
    </dgm:pt>
    <dgm:pt modelId="{26767C95-ACFD-4924-A8E1-5C4F133928F9}" type="pres">
      <dgm:prSet presAssocID="{61027BA5-9478-446D-848A-FB070C0B4250}" presName="spacer" presStyleCnt="0"/>
      <dgm:spPr/>
    </dgm:pt>
    <dgm:pt modelId="{ED1D4FE1-6E80-4F3E-B70D-CC01403BB9BE}" type="pres">
      <dgm:prSet presAssocID="{11EE2B51-AF0C-42C8-88BA-00A6B1B869E3}" presName="parentText" presStyleLbl="node1" presStyleIdx="4" presStyleCnt="8">
        <dgm:presLayoutVars>
          <dgm:chMax val="0"/>
          <dgm:bulletEnabled val="1"/>
        </dgm:presLayoutVars>
      </dgm:prSet>
      <dgm:spPr/>
      <dgm:t>
        <a:bodyPr/>
        <a:lstStyle/>
        <a:p>
          <a:endParaRPr lang="zh-CN" altLang="en-US"/>
        </a:p>
      </dgm:t>
    </dgm:pt>
    <dgm:pt modelId="{A440BBF2-F6C1-4512-8A5D-C375804DB13D}" type="pres">
      <dgm:prSet presAssocID="{3514D2AA-6973-4069-A3F4-B233CD9E7D39}" presName="spacer" presStyleCnt="0"/>
      <dgm:spPr/>
    </dgm:pt>
    <dgm:pt modelId="{FEA27E6B-94C2-4C72-81EB-B8D099F3E86E}" type="pres">
      <dgm:prSet presAssocID="{E21AB187-CFBC-4BAE-870E-2A979FB93499}" presName="parentText" presStyleLbl="node1" presStyleIdx="5" presStyleCnt="8">
        <dgm:presLayoutVars>
          <dgm:chMax val="0"/>
          <dgm:bulletEnabled val="1"/>
        </dgm:presLayoutVars>
      </dgm:prSet>
      <dgm:spPr/>
      <dgm:t>
        <a:bodyPr/>
        <a:lstStyle/>
        <a:p>
          <a:endParaRPr lang="zh-CN" altLang="en-US"/>
        </a:p>
      </dgm:t>
    </dgm:pt>
    <dgm:pt modelId="{F08B4589-9D52-40DD-A013-785626BED9DD}" type="pres">
      <dgm:prSet presAssocID="{D153EF08-33F9-484D-934B-9574DE580657}" presName="spacer" presStyleCnt="0"/>
      <dgm:spPr/>
    </dgm:pt>
    <dgm:pt modelId="{2DBD74D4-7184-4D3A-A5BE-6263BA56A3AF}" type="pres">
      <dgm:prSet presAssocID="{C46DE935-42F3-4FDB-8BC8-38BE8639ED88}" presName="parentText" presStyleLbl="node1" presStyleIdx="6" presStyleCnt="8">
        <dgm:presLayoutVars>
          <dgm:chMax val="0"/>
          <dgm:bulletEnabled val="1"/>
        </dgm:presLayoutVars>
      </dgm:prSet>
      <dgm:spPr/>
      <dgm:t>
        <a:bodyPr/>
        <a:lstStyle/>
        <a:p>
          <a:endParaRPr lang="zh-CN" altLang="en-US"/>
        </a:p>
      </dgm:t>
    </dgm:pt>
    <dgm:pt modelId="{7A77D440-C6E7-4C2B-A281-6613A450900E}" type="pres">
      <dgm:prSet presAssocID="{48618824-C3CE-41C5-B352-D33A5ECF7648}" presName="spacer" presStyleCnt="0"/>
      <dgm:spPr/>
    </dgm:pt>
    <dgm:pt modelId="{6B73ED48-6C78-4ED2-B217-986EF8F3991C}" type="pres">
      <dgm:prSet presAssocID="{9B2FE104-8F6A-4FE6-A9FB-0694A601A63D}" presName="parentText" presStyleLbl="node1" presStyleIdx="7" presStyleCnt="8">
        <dgm:presLayoutVars>
          <dgm:chMax val="0"/>
          <dgm:bulletEnabled val="1"/>
        </dgm:presLayoutVars>
      </dgm:prSet>
      <dgm:spPr/>
      <dgm:t>
        <a:bodyPr/>
        <a:lstStyle/>
        <a:p>
          <a:endParaRPr lang="zh-CN" altLang="en-US"/>
        </a:p>
      </dgm:t>
    </dgm:pt>
  </dgm:ptLst>
  <dgm:cxnLst>
    <dgm:cxn modelId="{8D59E05D-0531-4708-A97E-B1025889DA87}" srcId="{E0F63EEB-1E2D-48E2-8CF9-5371FB49FC5A}" destId="{D4C4A6A8-913C-4FCA-A13C-D7EB3C7D70A6}" srcOrd="0" destOrd="0" parTransId="{62588FCE-E967-4760-BE03-032EADCDDF50}" sibTransId="{A0BD247E-45A6-47AB-9CC0-68012EA85E2B}"/>
    <dgm:cxn modelId="{5CC94272-E399-473C-B4DF-3BD2F6594AFF}" type="presOf" srcId="{FFBEFA48-345A-4086-9206-7126CE77FC9D}" destId="{50778852-53B2-496D-BE34-A56E9644C504}" srcOrd="0" destOrd="0" presId="urn:microsoft.com/office/officeart/2005/8/layout/vList2"/>
    <dgm:cxn modelId="{09B96C52-808F-4DFC-BFCC-56AFBB15FB66}" srcId="{E0F63EEB-1E2D-48E2-8CF9-5371FB49FC5A}" destId="{11EE2B51-AF0C-42C8-88BA-00A6B1B869E3}" srcOrd="4" destOrd="0" parTransId="{15DFBBB1-26C3-4918-AB81-2A7F2B97E12E}" sibTransId="{3514D2AA-6973-4069-A3F4-B233CD9E7D39}"/>
    <dgm:cxn modelId="{31055955-6F75-4686-9290-5B7F15A37907}" type="presOf" srcId="{E0F63EEB-1E2D-48E2-8CF9-5371FB49FC5A}" destId="{086C993C-8FC2-46CD-AC16-9ACB7E167977}" srcOrd="0" destOrd="0" presId="urn:microsoft.com/office/officeart/2005/8/layout/vList2"/>
    <dgm:cxn modelId="{E1439826-4A93-4615-85D0-E2B2C45A9FC8}" type="presOf" srcId="{11EE2B51-AF0C-42C8-88BA-00A6B1B869E3}" destId="{ED1D4FE1-6E80-4F3E-B70D-CC01403BB9BE}" srcOrd="0" destOrd="0" presId="urn:microsoft.com/office/officeart/2005/8/layout/vList2"/>
    <dgm:cxn modelId="{D775B456-2588-471B-ACD2-6588ACCF084B}" type="presOf" srcId="{56C6D0CA-F95E-44CC-957D-65189A703C46}" destId="{05D218AB-ECA7-4848-8166-CF1C591A967F}" srcOrd="0" destOrd="0" presId="urn:microsoft.com/office/officeart/2005/8/layout/vList2"/>
    <dgm:cxn modelId="{64A9CB68-F031-4EC1-8889-35A7B03F3389}" srcId="{E0F63EEB-1E2D-48E2-8CF9-5371FB49FC5A}" destId="{FFBEFA48-345A-4086-9206-7126CE77FC9D}" srcOrd="1" destOrd="0" parTransId="{9C61FC70-8E59-4F5D-96B9-46D4D858FB46}" sibTransId="{002BF20A-FA26-4764-90C5-34E880DD7CBB}"/>
    <dgm:cxn modelId="{FE1EB121-F384-4BAD-BE2B-64B447D7F668}" srcId="{E0F63EEB-1E2D-48E2-8CF9-5371FB49FC5A}" destId="{E21AB187-CFBC-4BAE-870E-2A979FB93499}" srcOrd="5" destOrd="0" parTransId="{2AF26962-9B98-43A7-B759-08CDB4F4F3EF}" sibTransId="{D153EF08-33F9-484D-934B-9574DE580657}"/>
    <dgm:cxn modelId="{5484B4BF-A342-4580-94F0-64A7DBD10CFF}" type="presOf" srcId="{E21AB187-CFBC-4BAE-870E-2A979FB93499}" destId="{FEA27E6B-94C2-4C72-81EB-B8D099F3E86E}" srcOrd="0" destOrd="0" presId="urn:microsoft.com/office/officeart/2005/8/layout/vList2"/>
    <dgm:cxn modelId="{84B15D62-3C33-4C9B-9B97-4439FA5CEF12}" type="presOf" srcId="{9B2FE104-8F6A-4FE6-A9FB-0694A601A63D}" destId="{6B73ED48-6C78-4ED2-B217-986EF8F3991C}" srcOrd="0" destOrd="0" presId="urn:microsoft.com/office/officeart/2005/8/layout/vList2"/>
    <dgm:cxn modelId="{0514E734-2F5E-4823-B03A-2660E9A19282}" srcId="{E0F63EEB-1E2D-48E2-8CF9-5371FB49FC5A}" destId="{56C6D0CA-F95E-44CC-957D-65189A703C46}" srcOrd="2" destOrd="0" parTransId="{0D3B7B0F-2ABF-4EAD-8DF8-71E351ED235F}" sibTransId="{F99F2713-00BC-46A6-9EC0-CF5DE991FD51}"/>
    <dgm:cxn modelId="{D1952328-9347-4E63-BC13-3FB2B98C901D}" type="presOf" srcId="{C46DE935-42F3-4FDB-8BC8-38BE8639ED88}" destId="{2DBD74D4-7184-4D3A-A5BE-6263BA56A3AF}" srcOrd="0" destOrd="0" presId="urn:microsoft.com/office/officeart/2005/8/layout/vList2"/>
    <dgm:cxn modelId="{FA6D0551-3510-4CD5-9231-99900C3C28B5}" srcId="{E0F63EEB-1E2D-48E2-8CF9-5371FB49FC5A}" destId="{9B2FE104-8F6A-4FE6-A9FB-0694A601A63D}" srcOrd="7" destOrd="0" parTransId="{B7ADD1EC-A2E8-45AA-AE4F-F38AB4FE9DC0}" sibTransId="{07DCDD3F-C6C5-4F84-B931-86D0FD4285A6}"/>
    <dgm:cxn modelId="{DDDE6FF1-54D1-4F4F-B200-CA4D65369633}" srcId="{E0F63EEB-1E2D-48E2-8CF9-5371FB49FC5A}" destId="{957D89D8-3AFE-491D-9769-4DB534C05BBC}" srcOrd="3" destOrd="0" parTransId="{48412D4C-8402-47FE-AC59-B19724DE9A53}" sibTransId="{61027BA5-9478-446D-848A-FB070C0B4250}"/>
    <dgm:cxn modelId="{090CE8B2-B82B-4B36-AF1C-106CA8068B78}" srcId="{E0F63EEB-1E2D-48E2-8CF9-5371FB49FC5A}" destId="{C46DE935-42F3-4FDB-8BC8-38BE8639ED88}" srcOrd="6" destOrd="0" parTransId="{B8358079-6189-4992-B251-E78A3C0FAF9B}" sibTransId="{48618824-C3CE-41C5-B352-D33A5ECF7648}"/>
    <dgm:cxn modelId="{17BD8C6C-464A-4902-B1E3-FE209C18667C}" type="presOf" srcId="{957D89D8-3AFE-491D-9769-4DB534C05BBC}" destId="{326DC1D8-B37F-4A7A-BBE2-F69009470D51}" srcOrd="0" destOrd="0" presId="urn:microsoft.com/office/officeart/2005/8/layout/vList2"/>
    <dgm:cxn modelId="{ECF8357D-E501-4D05-B057-7DAB1B3733A8}" type="presOf" srcId="{D4C4A6A8-913C-4FCA-A13C-D7EB3C7D70A6}" destId="{48B245E6-E528-4204-890B-2161CE1D4BC1}" srcOrd="0" destOrd="0" presId="urn:microsoft.com/office/officeart/2005/8/layout/vList2"/>
    <dgm:cxn modelId="{5BD53B42-BEFD-4609-84FF-B01FAFE2B941}" type="presParOf" srcId="{086C993C-8FC2-46CD-AC16-9ACB7E167977}" destId="{48B245E6-E528-4204-890B-2161CE1D4BC1}" srcOrd="0" destOrd="0" presId="urn:microsoft.com/office/officeart/2005/8/layout/vList2"/>
    <dgm:cxn modelId="{A98932DB-D68D-405C-A7D8-DE95E1542396}" type="presParOf" srcId="{086C993C-8FC2-46CD-AC16-9ACB7E167977}" destId="{0D3C563F-16D9-4229-A6BB-97CED56B1413}" srcOrd="1" destOrd="0" presId="urn:microsoft.com/office/officeart/2005/8/layout/vList2"/>
    <dgm:cxn modelId="{961A60B3-E3A4-4C09-A0A3-11C8AB531442}" type="presParOf" srcId="{086C993C-8FC2-46CD-AC16-9ACB7E167977}" destId="{50778852-53B2-496D-BE34-A56E9644C504}" srcOrd="2" destOrd="0" presId="urn:microsoft.com/office/officeart/2005/8/layout/vList2"/>
    <dgm:cxn modelId="{5C449D86-694B-4CA0-ABDA-626524983712}" type="presParOf" srcId="{086C993C-8FC2-46CD-AC16-9ACB7E167977}" destId="{8E43D688-E1C1-481C-A32E-F584B8C5AB1E}" srcOrd="3" destOrd="0" presId="urn:microsoft.com/office/officeart/2005/8/layout/vList2"/>
    <dgm:cxn modelId="{47980458-48AA-451D-91EE-8081884DA4F9}" type="presParOf" srcId="{086C993C-8FC2-46CD-AC16-9ACB7E167977}" destId="{05D218AB-ECA7-4848-8166-CF1C591A967F}" srcOrd="4" destOrd="0" presId="urn:microsoft.com/office/officeart/2005/8/layout/vList2"/>
    <dgm:cxn modelId="{0A7703C2-F0BF-4E1D-BFF8-B8E27285E07B}" type="presParOf" srcId="{086C993C-8FC2-46CD-AC16-9ACB7E167977}" destId="{308698D5-B7DB-4BB2-B6D4-CBD57422A967}" srcOrd="5" destOrd="0" presId="urn:microsoft.com/office/officeart/2005/8/layout/vList2"/>
    <dgm:cxn modelId="{2520F774-EDE5-44FD-937D-7FE69A8F81A2}" type="presParOf" srcId="{086C993C-8FC2-46CD-AC16-9ACB7E167977}" destId="{326DC1D8-B37F-4A7A-BBE2-F69009470D51}" srcOrd="6" destOrd="0" presId="urn:microsoft.com/office/officeart/2005/8/layout/vList2"/>
    <dgm:cxn modelId="{CAF5EFE7-D7A8-48FC-90D5-35DE58FD794F}" type="presParOf" srcId="{086C993C-8FC2-46CD-AC16-9ACB7E167977}" destId="{26767C95-ACFD-4924-A8E1-5C4F133928F9}" srcOrd="7" destOrd="0" presId="urn:microsoft.com/office/officeart/2005/8/layout/vList2"/>
    <dgm:cxn modelId="{404EE498-3021-4301-B62D-7BD7E1346FA8}" type="presParOf" srcId="{086C993C-8FC2-46CD-AC16-9ACB7E167977}" destId="{ED1D4FE1-6E80-4F3E-B70D-CC01403BB9BE}" srcOrd="8" destOrd="0" presId="urn:microsoft.com/office/officeart/2005/8/layout/vList2"/>
    <dgm:cxn modelId="{55F201B3-A93C-4C04-A1F4-57A1605500B2}" type="presParOf" srcId="{086C993C-8FC2-46CD-AC16-9ACB7E167977}" destId="{A440BBF2-F6C1-4512-8A5D-C375804DB13D}" srcOrd="9" destOrd="0" presId="urn:microsoft.com/office/officeart/2005/8/layout/vList2"/>
    <dgm:cxn modelId="{9940B6F2-92D9-4CC2-8B91-2FC9DFA5F054}" type="presParOf" srcId="{086C993C-8FC2-46CD-AC16-9ACB7E167977}" destId="{FEA27E6B-94C2-4C72-81EB-B8D099F3E86E}" srcOrd="10" destOrd="0" presId="urn:microsoft.com/office/officeart/2005/8/layout/vList2"/>
    <dgm:cxn modelId="{AC4CB0A9-06F5-46F0-9406-C0EB4947359A}" type="presParOf" srcId="{086C993C-8FC2-46CD-AC16-9ACB7E167977}" destId="{F08B4589-9D52-40DD-A013-785626BED9DD}" srcOrd="11" destOrd="0" presId="urn:microsoft.com/office/officeart/2005/8/layout/vList2"/>
    <dgm:cxn modelId="{556A2DCC-1610-4CFB-A25B-DEEACA08FF82}" type="presParOf" srcId="{086C993C-8FC2-46CD-AC16-9ACB7E167977}" destId="{2DBD74D4-7184-4D3A-A5BE-6263BA56A3AF}" srcOrd="12" destOrd="0" presId="urn:microsoft.com/office/officeart/2005/8/layout/vList2"/>
    <dgm:cxn modelId="{38CC2BAA-322B-43B6-B32C-678CF4E4E85E}" type="presParOf" srcId="{086C993C-8FC2-46CD-AC16-9ACB7E167977}" destId="{7A77D440-C6E7-4C2B-A281-6613A450900E}" srcOrd="13" destOrd="0" presId="urn:microsoft.com/office/officeart/2005/8/layout/vList2"/>
    <dgm:cxn modelId="{462AFD15-DF24-424B-B69B-FED2709436AC}" type="presParOf" srcId="{086C993C-8FC2-46CD-AC16-9ACB7E167977}" destId="{6B73ED48-6C78-4ED2-B217-986EF8F3991C}" srcOrd="14" destOrd="0" presId="urn:microsoft.com/office/officeart/2005/8/layout/vList2"/>
  </dgm:cxnLst>
  <dgm:bg/>
  <dgm:whole/>
</dgm:dataModel>
</file>

<file path=ppt/diagrams/data8.xml><?xml version="1.0" encoding="utf-8"?>
<dgm:dataModel xmlns:dgm="http://schemas.openxmlformats.org/drawingml/2006/diagram" xmlns:a="http://schemas.openxmlformats.org/drawingml/2006/main">
  <dgm:ptLst>
    <dgm:pt modelId="{E0F63EEB-1E2D-48E2-8CF9-5371FB49FC5A}" type="doc">
      <dgm:prSet loTypeId="urn:microsoft.com/office/officeart/2005/8/layout/vList2" loCatId="list" qsTypeId="urn:microsoft.com/office/officeart/2005/8/quickstyle/simple2" qsCatId="simple" csTypeId="urn:microsoft.com/office/officeart/2005/8/colors/accent1_2" csCatId="accent1"/>
      <dgm:spPr/>
      <dgm:t>
        <a:bodyPr/>
        <a:lstStyle/>
        <a:p>
          <a:endParaRPr lang="zh-CN" altLang="en-US"/>
        </a:p>
      </dgm:t>
    </dgm:pt>
    <dgm:pt modelId="{D4C4A6A8-913C-4FCA-A13C-D7EB3C7D70A6}">
      <dgm:prSet/>
      <dgm:spPr/>
      <dgm:t>
        <a:bodyPr/>
        <a:lstStyle/>
        <a:p>
          <a:pPr rtl="0"/>
          <a:r>
            <a:rPr lang="zh-CN" dirty="0" smtClean="0"/>
            <a:t>创立一个新公司</a:t>
          </a:r>
          <a:endParaRPr lang="en-US" dirty="0"/>
        </a:p>
      </dgm:t>
    </dgm:pt>
    <dgm:pt modelId="{62588FCE-E967-4760-BE03-032EADCDDF50}" type="parTrans" cxnId="{8D59E05D-0531-4708-A97E-B1025889DA87}">
      <dgm:prSet/>
      <dgm:spPr/>
      <dgm:t>
        <a:bodyPr/>
        <a:lstStyle/>
        <a:p>
          <a:endParaRPr lang="zh-CN" altLang="en-US"/>
        </a:p>
      </dgm:t>
    </dgm:pt>
    <dgm:pt modelId="{A0BD247E-45A6-47AB-9CC0-68012EA85E2B}" type="sibTrans" cxnId="{8D59E05D-0531-4708-A97E-B1025889DA87}">
      <dgm:prSet/>
      <dgm:spPr/>
      <dgm:t>
        <a:bodyPr/>
        <a:lstStyle/>
        <a:p>
          <a:endParaRPr lang="zh-CN" altLang="en-US"/>
        </a:p>
      </dgm:t>
    </dgm:pt>
    <dgm:pt modelId="{FFBEFA48-345A-4086-9206-7126CE77FC9D}">
      <dgm:prSet/>
      <dgm:spPr/>
      <dgm:t>
        <a:bodyPr/>
        <a:lstStyle/>
        <a:p>
          <a:pPr rtl="0"/>
          <a:r>
            <a:rPr lang="zh-CN" dirty="0" smtClean="0"/>
            <a:t>举办一次婚礼</a:t>
          </a:r>
          <a:endParaRPr lang="en-US" dirty="0"/>
        </a:p>
      </dgm:t>
    </dgm:pt>
    <dgm:pt modelId="{9C61FC70-8E59-4F5D-96B9-46D4D858FB46}" type="parTrans" cxnId="{64A9CB68-F031-4EC1-8889-35A7B03F3389}">
      <dgm:prSet/>
      <dgm:spPr/>
      <dgm:t>
        <a:bodyPr/>
        <a:lstStyle/>
        <a:p>
          <a:endParaRPr lang="zh-CN" altLang="en-US"/>
        </a:p>
      </dgm:t>
    </dgm:pt>
    <dgm:pt modelId="{002BF20A-FA26-4764-90C5-34E880DD7CBB}" type="sibTrans" cxnId="{64A9CB68-F031-4EC1-8889-35A7B03F3389}">
      <dgm:prSet/>
      <dgm:spPr/>
      <dgm:t>
        <a:bodyPr/>
        <a:lstStyle/>
        <a:p>
          <a:endParaRPr lang="zh-CN" altLang="en-US"/>
        </a:p>
      </dgm:t>
    </dgm:pt>
    <dgm:pt modelId="{56C6D0CA-F95E-44CC-957D-65189A703C46}">
      <dgm:prSet/>
      <dgm:spPr/>
      <dgm:t>
        <a:bodyPr/>
        <a:lstStyle/>
        <a:p>
          <a:pPr rtl="0"/>
          <a:r>
            <a:rPr lang="zh-CN" dirty="0" smtClean="0"/>
            <a:t>举办奥运会</a:t>
          </a:r>
          <a:endParaRPr lang="en-US" dirty="0"/>
        </a:p>
      </dgm:t>
    </dgm:pt>
    <dgm:pt modelId="{0D3B7B0F-2ABF-4EAD-8DF8-71E351ED235F}" type="parTrans" cxnId="{0514E734-2F5E-4823-B03A-2660E9A19282}">
      <dgm:prSet/>
      <dgm:spPr/>
      <dgm:t>
        <a:bodyPr/>
        <a:lstStyle/>
        <a:p>
          <a:endParaRPr lang="zh-CN" altLang="en-US"/>
        </a:p>
      </dgm:t>
    </dgm:pt>
    <dgm:pt modelId="{F99F2713-00BC-46A6-9EC0-CF5DE991FD51}" type="sibTrans" cxnId="{0514E734-2F5E-4823-B03A-2660E9A19282}">
      <dgm:prSet/>
      <dgm:spPr/>
      <dgm:t>
        <a:bodyPr/>
        <a:lstStyle/>
        <a:p>
          <a:endParaRPr lang="zh-CN" altLang="en-US"/>
        </a:p>
      </dgm:t>
    </dgm:pt>
    <dgm:pt modelId="{957D89D8-3AFE-491D-9769-4DB534C05BBC}">
      <dgm:prSet/>
      <dgm:spPr/>
      <dgm:t>
        <a:bodyPr/>
        <a:lstStyle/>
        <a:p>
          <a:pPr rtl="0"/>
          <a:r>
            <a:rPr lang="zh-CN" dirty="0" smtClean="0"/>
            <a:t>子女培养</a:t>
          </a:r>
          <a:endParaRPr lang="en-US" dirty="0"/>
        </a:p>
      </dgm:t>
    </dgm:pt>
    <dgm:pt modelId="{48412D4C-8402-47FE-AC59-B19724DE9A53}" type="parTrans" cxnId="{DDDE6FF1-54D1-4F4F-B200-CA4D65369633}">
      <dgm:prSet/>
      <dgm:spPr/>
      <dgm:t>
        <a:bodyPr/>
        <a:lstStyle/>
        <a:p>
          <a:endParaRPr lang="zh-CN" altLang="en-US"/>
        </a:p>
      </dgm:t>
    </dgm:pt>
    <dgm:pt modelId="{61027BA5-9478-446D-848A-FB070C0B4250}" type="sibTrans" cxnId="{DDDE6FF1-54D1-4F4F-B200-CA4D65369633}">
      <dgm:prSet/>
      <dgm:spPr/>
      <dgm:t>
        <a:bodyPr/>
        <a:lstStyle/>
        <a:p>
          <a:endParaRPr lang="zh-CN" altLang="en-US"/>
        </a:p>
      </dgm:t>
    </dgm:pt>
    <dgm:pt modelId="{11EE2B51-AF0C-42C8-88BA-00A6B1B869E3}">
      <dgm:prSet/>
      <dgm:spPr/>
      <dgm:t>
        <a:bodyPr/>
        <a:lstStyle/>
        <a:p>
          <a:pPr rtl="0"/>
          <a:r>
            <a:rPr lang="zh-CN" dirty="0" smtClean="0"/>
            <a:t>总统竞选</a:t>
          </a:r>
          <a:endParaRPr lang="en-US" dirty="0"/>
        </a:p>
      </dgm:t>
    </dgm:pt>
    <dgm:pt modelId="{15DFBBB1-26C3-4918-AB81-2A7F2B97E12E}" type="parTrans" cxnId="{09B96C52-808F-4DFC-BFCC-56AFBB15FB66}">
      <dgm:prSet/>
      <dgm:spPr/>
      <dgm:t>
        <a:bodyPr/>
        <a:lstStyle/>
        <a:p>
          <a:endParaRPr lang="zh-CN" altLang="en-US"/>
        </a:p>
      </dgm:t>
    </dgm:pt>
    <dgm:pt modelId="{3514D2AA-6973-4069-A3F4-B233CD9E7D39}" type="sibTrans" cxnId="{09B96C52-808F-4DFC-BFCC-56AFBB15FB66}">
      <dgm:prSet/>
      <dgm:spPr/>
      <dgm:t>
        <a:bodyPr/>
        <a:lstStyle/>
        <a:p>
          <a:endParaRPr lang="zh-CN" altLang="en-US"/>
        </a:p>
      </dgm:t>
    </dgm:pt>
    <dgm:pt modelId="{E21AB187-CFBC-4BAE-870E-2A979FB93499}">
      <dgm:prSet/>
      <dgm:spPr/>
      <dgm:t>
        <a:bodyPr/>
        <a:lstStyle/>
        <a:p>
          <a:pPr rtl="0"/>
          <a:r>
            <a:rPr lang="zh-CN" dirty="0" smtClean="0"/>
            <a:t>生产线产品制造</a:t>
          </a:r>
          <a:endParaRPr lang="en-US" dirty="0"/>
        </a:p>
      </dgm:t>
    </dgm:pt>
    <dgm:pt modelId="{2AF26962-9B98-43A7-B759-08CDB4F4F3EF}" type="parTrans" cxnId="{FE1EB121-F384-4BAD-BE2B-64B447D7F668}">
      <dgm:prSet/>
      <dgm:spPr/>
      <dgm:t>
        <a:bodyPr/>
        <a:lstStyle/>
        <a:p>
          <a:endParaRPr lang="zh-CN" altLang="en-US"/>
        </a:p>
      </dgm:t>
    </dgm:pt>
    <dgm:pt modelId="{D153EF08-33F9-484D-934B-9574DE580657}" type="sibTrans" cxnId="{FE1EB121-F384-4BAD-BE2B-64B447D7F668}">
      <dgm:prSet/>
      <dgm:spPr/>
      <dgm:t>
        <a:bodyPr/>
        <a:lstStyle/>
        <a:p>
          <a:endParaRPr lang="zh-CN" altLang="en-US"/>
        </a:p>
      </dgm:t>
    </dgm:pt>
    <dgm:pt modelId="{C46DE935-42F3-4FDB-8BC8-38BE8639ED88}">
      <dgm:prSet/>
      <dgm:spPr/>
      <dgm:t>
        <a:bodyPr/>
        <a:lstStyle/>
        <a:p>
          <a:pPr rtl="0"/>
          <a:r>
            <a:rPr lang="zh-CN" dirty="0" smtClean="0"/>
            <a:t>卫星发射</a:t>
          </a:r>
          <a:endParaRPr lang="en-US" dirty="0"/>
        </a:p>
      </dgm:t>
    </dgm:pt>
    <dgm:pt modelId="{B8358079-6189-4992-B251-E78A3C0FAF9B}" type="parTrans" cxnId="{090CE8B2-B82B-4B36-AF1C-106CA8068B78}">
      <dgm:prSet/>
      <dgm:spPr/>
      <dgm:t>
        <a:bodyPr/>
        <a:lstStyle/>
        <a:p>
          <a:endParaRPr lang="zh-CN" altLang="en-US"/>
        </a:p>
      </dgm:t>
    </dgm:pt>
    <dgm:pt modelId="{48618824-C3CE-41C5-B352-D33A5ECF7648}" type="sibTrans" cxnId="{090CE8B2-B82B-4B36-AF1C-106CA8068B78}">
      <dgm:prSet/>
      <dgm:spPr/>
      <dgm:t>
        <a:bodyPr/>
        <a:lstStyle/>
        <a:p>
          <a:endParaRPr lang="zh-CN" altLang="en-US"/>
        </a:p>
      </dgm:t>
    </dgm:pt>
    <dgm:pt modelId="{9B2FE104-8F6A-4FE6-A9FB-0694A601A63D}">
      <dgm:prSet/>
      <dgm:spPr/>
      <dgm:t>
        <a:bodyPr/>
        <a:lstStyle/>
        <a:p>
          <a:pPr rtl="0"/>
          <a:r>
            <a:rPr lang="zh-CN" dirty="0" smtClean="0"/>
            <a:t>开发</a:t>
          </a:r>
          <a:r>
            <a:rPr lang="en-US" dirty="0" smtClean="0"/>
            <a:t>ERP</a:t>
          </a:r>
          <a:r>
            <a:rPr lang="zh-CN" dirty="0" smtClean="0"/>
            <a:t>系统</a:t>
          </a:r>
          <a:endParaRPr lang="zh-CN" dirty="0"/>
        </a:p>
      </dgm:t>
    </dgm:pt>
    <dgm:pt modelId="{B7ADD1EC-A2E8-45AA-AE4F-F38AB4FE9DC0}" type="parTrans" cxnId="{FA6D0551-3510-4CD5-9231-99900C3C28B5}">
      <dgm:prSet/>
      <dgm:spPr/>
      <dgm:t>
        <a:bodyPr/>
        <a:lstStyle/>
        <a:p>
          <a:endParaRPr lang="zh-CN" altLang="en-US"/>
        </a:p>
      </dgm:t>
    </dgm:pt>
    <dgm:pt modelId="{07DCDD3F-C6C5-4F84-B931-86D0FD4285A6}" type="sibTrans" cxnId="{FA6D0551-3510-4CD5-9231-99900C3C28B5}">
      <dgm:prSet/>
      <dgm:spPr/>
      <dgm:t>
        <a:bodyPr/>
        <a:lstStyle/>
        <a:p>
          <a:endParaRPr lang="zh-CN" altLang="en-US"/>
        </a:p>
      </dgm:t>
    </dgm:pt>
    <dgm:pt modelId="{086C993C-8FC2-46CD-AC16-9ACB7E167977}" type="pres">
      <dgm:prSet presAssocID="{E0F63EEB-1E2D-48E2-8CF9-5371FB49FC5A}" presName="linear" presStyleCnt="0">
        <dgm:presLayoutVars>
          <dgm:animLvl val="lvl"/>
          <dgm:resizeHandles val="exact"/>
        </dgm:presLayoutVars>
      </dgm:prSet>
      <dgm:spPr/>
      <dgm:t>
        <a:bodyPr/>
        <a:lstStyle/>
        <a:p>
          <a:endParaRPr lang="zh-CN" altLang="en-US"/>
        </a:p>
      </dgm:t>
    </dgm:pt>
    <dgm:pt modelId="{48B245E6-E528-4204-890B-2161CE1D4BC1}" type="pres">
      <dgm:prSet presAssocID="{D4C4A6A8-913C-4FCA-A13C-D7EB3C7D70A6}" presName="parentText" presStyleLbl="node1" presStyleIdx="0" presStyleCnt="8">
        <dgm:presLayoutVars>
          <dgm:chMax val="0"/>
          <dgm:bulletEnabled val="1"/>
        </dgm:presLayoutVars>
      </dgm:prSet>
      <dgm:spPr/>
      <dgm:t>
        <a:bodyPr/>
        <a:lstStyle/>
        <a:p>
          <a:endParaRPr lang="zh-CN" altLang="en-US"/>
        </a:p>
      </dgm:t>
    </dgm:pt>
    <dgm:pt modelId="{0D3C563F-16D9-4229-A6BB-97CED56B1413}" type="pres">
      <dgm:prSet presAssocID="{A0BD247E-45A6-47AB-9CC0-68012EA85E2B}" presName="spacer" presStyleCnt="0"/>
      <dgm:spPr/>
    </dgm:pt>
    <dgm:pt modelId="{50778852-53B2-496D-BE34-A56E9644C504}" type="pres">
      <dgm:prSet presAssocID="{FFBEFA48-345A-4086-9206-7126CE77FC9D}" presName="parentText" presStyleLbl="node1" presStyleIdx="1" presStyleCnt="8">
        <dgm:presLayoutVars>
          <dgm:chMax val="0"/>
          <dgm:bulletEnabled val="1"/>
        </dgm:presLayoutVars>
      </dgm:prSet>
      <dgm:spPr/>
      <dgm:t>
        <a:bodyPr/>
        <a:lstStyle/>
        <a:p>
          <a:endParaRPr lang="zh-CN" altLang="en-US"/>
        </a:p>
      </dgm:t>
    </dgm:pt>
    <dgm:pt modelId="{8E43D688-E1C1-481C-A32E-F584B8C5AB1E}" type="pres">
      <dgm:prSet presAssocID="{002BF20A-FA26-4764-90C5-34E880DD7CBB}" presName="spacer" presStyleCnt="0"/>
      <dgm:spPr/>
    </dgm:pt>
    <dgm:pt modelId="{05D218AB-ECA7-4848-8166-CF1C591A967F}" type="pres">
      <dgm:prSet presAssocID="{56C6D0CA-F95E-44CC-957D-65189A703C46}" presName="parentText" presStyleLbl="node1" presStyleIdx="2" presStyleCnt="8">
        <dgm:presLayoutVars>
          <dgm:chMax val="0"/>
          <dgm:bulletEnabled val="1"/>
        </dgm:presLayoutVars>
      </dgm:prSet>
      <dgm:spPr/>
      <dgm:t>
        <a:bodyPr/>
        <a:lstStyle/>
        <a:p>
          <a:endParaRPr lang="zh-CN" altLang="en-US"/>
        </a:p>
      </dgm:t>
    </dgm:pt>
    <dgm:pt modelId="{308698D5-B7DB-4BB2-B6D4-CBD57422A967}" type="pres">
      <dgm:prSet presAssocID="{F99F2713-00BC-46A6-9EC0-CF5DE991FD51}" presName="spacer" presStyleCnt="0"/>
      <dgm:spPr/>
    </dgm:pt>
    <dgm:pt modelId="{326DC1D8-B37F-4A7A-BBE2-F69009470D51}" type="pres">
      <dgm:prSet presAssocID="{957D89D8-3AFE-491D-9769-4DB534C05BBC}" presName="parentText" presStyleLbl="node1" presStyleIdx="3" presStyleCnt="8">
        <dgm:presLayoutVars>
          <dgm:chMax val="0"/>
          <dgm:bulletEnabled val="1"/>
        </dgm:presLayoutVars>
      </dgm:prSet>
      <dgm:spPr/>
      <dgm:t>
        <a:bodyPr/>
        <a:lstStyle/>
        <a:p>
          <a:endParaRPr lang="zh-CN" altLang="en-US"/>
        </a:p>
      </dgm:t>
    </dgm:pt>
    <dgm:pt modelId="{26767C95-ACFD-4924-A8E1-5C4F133928F9}" type="pres">
      <dgm:prSet presAssocID="{61027BA5-9478-446D-848A-FB070C0B4250}" presName="spacer" presStyleCnt="0"/>
      <dgm:spPr/>
    </dgm:pt>
    <dgm:pt modelId="{ED1D4FE1-6E80-4F3E-B70D-CC01403BB9BE}" type="pres">
      <dgm:prSet presAssocID="{11EE2B51-AF0C-42C8-88BA-00A6B1B869E3}" presName="parentText" presStyleLbl="node1" presStyleIdx="4" presStyleCnt="8">
        <dgm:presLayoutVars>
          <dgm:chMax val="0"/>
          <dgm:bulletEnabled val="1"/>
        </dgm:presLayoutVars>
      </dgm:prSet>
      <dgm:spPr/>
      <dgm:t>
        <a:bodyPr/>
        <a:lstStyle/>
        <a:p>
          <a:endParaRPr lang="zh-CN" altLang="en-US"/>
        </a:p>
      </dgm:t>
    </dgm:pt>
    <dgm:pt modelId="{A440BBF2-F6C1-4512-8A5D-C375804DB13D}" type="pres">
      <dgm:prSet presAssocID="{3514D2AA-6973-4069-A3F4-B233CD9E7D39}" presName="spacer" presStyleCnt="0"/>
      <dgm:spPr/>
    </dgm:pt>
    <dgm:pt modelId="{FEA27E6B-94C2-4C72-81EB-B8D099F3E86E}" type="pres">
      <dgm:prSet presAssocID="{E21AB187-CFBC-4BAE-870E-2A979FB93499}" presName="parentText" presStyleLbl="node1" presStyleIdx="5" presStyleCnt="8">
        <dgm:presLayoutVars>
          <dgm:chMax val="0"/>
          <dgm:bulletEnabled val="1"/>
        </dgm:presLayoutVars>
      </dgm:prSet>
      <dgm:spPr/>
      <dgm:t>
        <a:bodyPr/>
        <a:lstStyle/>
        <a:p>
          <a:endParaRPr lang="zh-CN" altLang="en-US"/>
        </a:p>
      </dgm:t>
    </dgm:pt>
    <dgm:pt modelId="{F08B4589-9D52-40DD-A013-785626BED9DD}" type="pres">
      <dgm:prSet presAssocID="{D153EF08-33F9-484D-934B-9574DE580657}" presName="spacer" presStyleCnt="0"/>
      <dgm:spPr/>
    </dgm:pt>
    <dgm:pt modelId="{2DBD74D4-7184-4D3A-A5BE-6263BA56A3AF}" type="pres">
      <dgm:prSet presAssocID="{C46DE935-42F3-4FDB-8BC8-38BE8639ED88}" presName="parentText" presStyleLbl="node1" presStyleIdx="6" presStyleCnt="8">
        <dgm:presLayoutVars>
          <dgm:chMax val="0"/>
          <dgm:bulletEnabled val="1"/>
        </dgm:presLayoutVars>
      </dgm:prSet>
      <dgm:spPr/>
      <dgm:t>
        <a:bodyPr/>
        <a:lstStyle/>
        <a:p>
          <a:endParaRPr lang="zh-CN" altLang="en-US"/>
        </a:p>
      </dgm:t>
    </dgm:pt>
    <dgm:pt modelId="{7A77D440-C6E7-4C2B-A281-6613A450900E}" type="pres">
      <dgm:prSet presAssocID="{48618824-C3CE-41C5-B352-D33A5ECF7648}" presName="spacer" presStyleCnt="0"/>
      <dgm:spPr/>
    </dgm:pt>
    <dgm:pt modelId="{6B73ED48-6C78-4ED2-B217-986EF8F3991C}" type="pres">
      <dgm:prSet presAssocID="{9B2FE104-8F6A-4FE6-A9FB-0694A601A63D}" presName="parentText" presStyleLbl="node1" presStyleIdx="7" presStyleCnt="8">
        <dgm:presLayoutVars>
          <dgm:chMax val="0"/>
          <dgm:bulletEnabled val="1"/>
        </dgm:presLayoutVars>
      </dgm:prSet>
      <dgm:spPr/>
      <dgm:t>
        <a:bodyPr/>
        <a:lstStyle/>
        <a:p>
          <a:endParaRPr lang="zh-CN" altLang="en-US"/>
        </a:p>
      </dgm:t>
    </dgm:pt>
  </dgm:ptLst>
  <dgm:cxnLst>
    <dgm:cxn modelId="{A78F1A46-45EB-45AA-87B4-F19DF78CAEC3}" type="presOf" srcId="{9B2FE104-8F6A-4FE6-A9FB-0694A601A63D}" destId="{6B73ED48-6C78-4ED2-B217-986EF8F3991C}" srcOrd="0" destOrd="0" presId="urn:microsoft.com/office/officeart/2005/8/layout/vList2"/>
    <dgm:cxn modelId="{8D59E05D-0531-4708-A97E-B1025889DA87}" srcId="{E0F63EEB-1E2D-48E2-8CF9-5371FB49FC5A}" destId="{D4C4A6A8-913C-4FCA-A13C-D7EB3C7D70A6}" srcOrd="0" destOrd="0" parTransId="{62588FCE-E967-4760-BE03-032EADCDDF50}" sibTransId="{A0BD247E-45A6-47AB-9CC0-68012EA85E2B}"/>
    <dgm:cxn modelId="{2BBA75A6-5574-4008-8013-0A47D8073D4C}" type="presOf" srcId="{56C6D0CA-F95E-44CC-957D-65189A703C46}" destId="{05D218AB-ECA7-4848-8166-CF1C591A967F}" srcOrd="0" destOrd="0" presId="urn:microsoft.com/office/officeart/2005/8/layout/vList2"/>
    <dgm:cxn modelId="{09B96C52-808F-4DFC-BFCC-56AFBB15FB66}" srcId="{E0F63EEB-1E2D-48E2-8CF9-5371FB49FC5A}" destId="{11EE2B51-AF0C-42C8-88BA-00A6B1B869E3}" srcOrd="4" destOrd="0" parTransId="{15DFBBB1-26C3-4918-AB81-2A7F2B97E12E}" sibTransId="{3514D2AA-6973-4069-A3F4-B233CD9E7D39}"/>
    <dgm:cxn modelId="{FE1EB121-F384-4BAD-BE2B-64B447D7F668}" srcId="{E0F63EEB-1E2D-48E2-8CF9-5371FB49FC5A}" destId="{E21AB187-CFBC-4BAE-870E-2A979FB93499}" srcOrd="5" destOrd="0" parTransId="{2AF26962-9B98-43A7-B759-08CDB4F4F3EF}" sibTransId="{D153EF08-33F9-484D-934B-9574DE580657}"/>
    <dgm:cxn modelId="{64A9CB68-F031-4EC1-8889-35A7B03F3389}" srcId="{E0F63EEB-1E2D-48E2-8CF9-5371FB49FC5A}" destId="{FFBEFA48-345A-4086-9206-7126CE77FC9D}" srcOrd="1" destOrd="0" parTransId="{9C61FC70-8E59-4F5D-96B9-46D4D858FB46}" sibTransId="{002BF20A-FA26-4764-90C5-34E880DD7CBB}"/>
    <dgm:cxn modelId="{0514E734-2F5E-4823-B03A-2660E9A19282}" srcId="{E0F63EEB-1E2D-48E2-8CF9-5371FB49FC5A}" destId="{56C6D0CA-F95E-44CC-957D-65189A703C46}" srcOrd="2" destOrd="0" parTransId="{0D3B7B0F-2ABF-4EAD-8DF8-71E351ED235F}" sibTransId="{F99F2713-00BC-46A6-9EC0-CF5DE991FD51}"/>
    <dgm:cxn modelId="{9C4E1D06-5B26-4E60-AFDC-8F8574B0EC99}" type="presOf" srcId="{E21AB187-CFBC-4BAE-870E-2A979FB93499}" destId="{FEA27E6B-94C2-4C72-81EB-B8D099F3E86E}" srcOrd="0" destOrd="0" presId="urn:microsoft.com/office/officeart/2005/8/layout/vList2"/>
    <dgm:cxn modelId="{6025BC21-06EB-4069-96BE-A838C7197F80}" type="presOf" srcId="{D4C4A6A8-913C-4FCA-A13C-D7EB3C7D70A6}" destId="{48B245E6-E528-4204-890B-2161CE1D4BC1}" srcOrd="0" destOrd="0" presId="urn:microsoft.com/office/officeart/2005/8/layout/vList2"/>
    <dgm:cxn modelId="{D6B21F07-BE39-4515-A90C-E685616D1A04}" type="presOf" srcId="{E0F63EEB-1E2D-48E2-8CF9-5371FB49FC5A}" destId="{086C993C-8FC2-46CD-AC16-9ACB7E167977}" srcOrd="0" destOrd="0" presId="urn:microsoft.com/office/officeart/2005/8/layout/vList2"/>
    <dgm:cxn modelId="{5012E49B-6FEC-4137-B025-6B65F0939511}" type="presOf" srcId="{C46DE935-42F3-4FDB-8BC8-38BE8639ED88}" destId="{2DBD74D4-7184-4D3A-A5BE-6263BA56A3AF}" srcOrd="0" destOrd="0" presId="urn:microsoft.com/office/officeart/2005/8/layout/vList2"/>
    <dgm:cxn modelId="{EC72BC68-780E-42DB-8EB0-1DB46D5A7846}" type="presOf" srcId="{11EE2B51-AF0C-42C8-88BA-00A6B1B869E3}" destId="{ED1D4FE1-6E80-4F3E-B70D-CC01403BB9BE}" srcOrd="0" destOrd="0" presId="urn:microsoft.com/office/officeart/2005/8/layout/vList2"/>
    <dgm:cxn modelId="{FA6D0551-3510-4CD5-9231-99900C3C28B5}" srcId="{E0F63EEB-1E2D-48E2-8CF9-5371FB49FC5A}" destId="{9B2FE104-8F6A-4FE6-A9FB-0694A601A63D}" srcOrd="7" destOrd="0" parTransId="{B7ADD1EC-A2E8-45AA-AE4F-F38AB4FE9DC0}" sibTransId="{07DCDD3F-C6C5-4F84-B931-86D0FD4285A6}"/>
    <dgm:cxn modelId="{DDDE6FF1-54D1-4F4F-B200-CA4D65369633}" srcId="{E0F63EEB-1E2D-48E2-8CF9-5371FB49FC5A}" destId="{957D89D8-3AFE-491D-9769-4DB534C05BBC}" srcOrd="3" destOrd="0" parTransId="{48412D4C-8402-47FE-AC59-B19724DE9A53}" sibTransId="{61027BA5-9478-446D-848A-FB070C0B4250}"/>
    <dgm:cxn modelId="{090CE8B2-B82B-4B36-AF1C-106CA8068B78}" srcId="{E0F63EEB-1E2D-48E2-8CF9-5371FB49FC5A}" destId="{C46DE935-42F3-4FDB-8BC8-38BE8639ED88}" srcOrd="6" destOrd="0" parTransId="{B8358079-6189-4992-B251-E78A3C0FAF9B}" sibTransId="{48618824-C3CE-41C5-B352-D33A5ECF7648}"/>
    <dgm:cxn modelId="{D356B420-ED0E-4234-90BE-F425E22AC7B1}" type="presOf" srcId="{957D89D8-3AFE-491D-9769-4DB534C05BBC}" destId="{326DC1D8-B37F-4A7A-BBE2-F69009470D51}" srcOrd="0" destOrd="0" presId="urn:microsoft.com/office/officeart/2005/8/layout/vList2"/>
    <dgm:cxn modelId="{7A33D711-4622-4B35-9CEC-3682EE4C8B7F}" type="presOf" srcId="{FFBEFA48-345A-4086-9206-7126CE77FC9D}" destId="{50778852-53B2-496D-BE34-A56E9644C504}" srcOrd="0" destOrd="0" presId="urn:microsoft.com/office/officeart/2005/8/layout/vList2"/>
    <dgm:cxn modelId="{D00FAF15-B5FC-4A63-9FF9-49A04D90B899}" type="presParOf" srcId="{086C993C-8FC2-46CD-AC16-9ACB7E167977}" destId="{48B245E6-E528-4204-890B-2161CE1D4BC1}" srcOrd="0" destOrd="0" presId="urn:microsoft.com/office/officeart/2005/8/layout/vList2"/>
    <dgm:cxn modelId="{32D9CFE8-CE3F-4546-B5CA-095674A7EEA1}" type="presParOf" srcId="{086C993C-8FC2-46CD-AC16-9ACB7E167977}" destId="{0D3C563F-16D9-4229-A6BB-97CED56B1413}" srcOrd="1" destOrd="0" presId="urn:microsoft.com/office/officeart/2005/8/layout/vList2"/>
    <dgm:cxn modelId="{ECED287C-7BE9-4A65-B05A-7547454A60A2}" type="presParOf" srcId="{086C993C-8FC2-46CD-AC16-9ACB7E167977}" destId="{50778852-53B2-496D-BE34-A56E9644C504}" srcOrd="2" destOrd="0" presId="urn:microsoft.com/office/officeart/2005/8/layout/vList2"/>
    <dgm:cxn modelId="{99D4194E-F432-4E84-BC2A-99FF0CFB3D75}" type="presParOf" srcId="{086C993C-8FC2-46CD-AC16-9ACB7E167977}" destId="{8E43D688-E1C1-481C-A32E-F584B8C5AB1E}" srcOrd="3" destOrd="0" presId="urn:microsoft.com/office/officeart/2005/8/layout/vList2"/>
    <dgm:cxn modelId="{4AEECCFB-37EB-4DC4-B42B-10460AAFC214}" type="presParOf" srcId="{086C993C-8FC2-46CD-AC16-9ACB7E167977}" destId="{05D218AB-ECA7-4848-8166-CF1C591A967F}" srcOrd="4" destOrd="0" presId="urn:microsoft.com/office/officeart/2005/8/layout/vList2"/>
    <dgm:cxn modelId="{AA02962F-AB76-4363-8507-8FDA0311A307}" type="presParOf" srcId="{086C993C-8FC2-46CD-AC16-9ACB7E167977}" destId="{308698D5-B7DB-4BB2-B6D4-CBD57422A967}" srcOrd="5" destOrd="0" presId="urn:microsoft.com/office/officeart/2005/8/layout/vList2"/>
    <dgm:cxn modelId="{8D5008B1-677B-49FA-BA50-ACFA05F672D0}" type="presParOf" srcId="{086C993C-8FC2-46CD-AC16-9ACB7E167977}" destId="{326DC1D8-B37F-4A7A-BBE2-F69009470D51}" srcOrd="6" destOrd="0" presId="urn:microsoft.com/office/officeart/2005/8/layout/vList2"/>
    <dgm:cxn modelId="{4C954FAB-2423-4FBE-929F-494BD7F08568}" type="presParOf" srcId="{086C993C-8FC2-46CD-AC16-9ACB7E167977}" destId="{26767C95-ACFD-4924-A8E1-5C4F133928F9}" srcOrd="7" destOrd="0" presId="urn:microsoft.com/office/officeart/2005/8/layout/vList2"/>
    <dgm:cxn modelId="{A2CF2F5A-D107-49F7-A432-2ECEC657021C}" type="presParOf" srcId="{086C993C-8FC2-46CD-AC16-9ACB7E167977}" destId="{ED1D4FE1-6E80-4F3E-B70D-CC01403BB9BE}" srcOrd="8" destOrd="0" presId="urn:microsoft.com/office/officeart/2005/8/layout/vList2"/>
    <dgm:cxn modelId="{30C9B234-E6F7-4DD6-A645-E5C04A6D55EC}" type="presParOf" srcId="{086C993C-8FC2-46CD-AC16-9ACB7E167977}" destId="{A440BBF2-F6C1-4512-8A5D-C375804DB13D}" srcOrd="9" destOrd="0" presId="urn:microsoft.com/office/officeart/2005/8/layout/vList2"/>
    <dgm:cxn modelId="{0145FEAE-B0B2-4BD2-B1C5-1055A0629321}" type="presParOf" srcId="{086C993C-8FC2-46CD-AC16-9ACB7E167977}" destId="{FEA27E6B-94C2-4C72-81EB-B8D099F3E86E}" srcOrd="10" destOrd="0" presId="urn:microsoft.com/office/officeart/2005/8/layout/vList2"/>
    <dgm:cxn modelId="{32F021DD-D399-428F-A1C5-FBD5FEA6F991}" type="presParOf" srcId="{086C993C-8FC2-46CD-AC16-9ACB7E167977}" destId="{F08B4589-9D52-40DD-A013-785626BED9DD}" srcOrd="11" destOrd="0" presId="urn:microsoft.com/office/officeart/2005/8/layout/vList2"/>
    <dgm:cxn modelId="{2EF4890F-387F-44E3-9658-FA8F41D67442}" type="presParOf" srcId="{086C993C-8FC2-46CD-AC16-9ACB7E167977}" destId="{2DBD74D4-7184-4D3A-A5BE-6263BA56A3AF}" srcOrd="12" destOrd="0" presId="urn:microsoft.com/office/officeart/2005/8/layout/vList2"/>
    <dgm:cxn modelId="{394B633D-6E3C-4C22-9554-F55B5FBCDBD6}" type="presParOf" srcId="{086C993C-8FC2-46CD-AC16-9ACB7E167977}" destId="{7A77D440-C6E7-4C2B-A281-6613A450900E}" srcOrd="13" destOrd="0" presId="urn:microsoft.com/office/officeart/2005/8/layout/vList2"/>
    <dgm:cxn modelId="{FFB921F0-5675-445C-8718-AA88AEBD248F}" type="presParOf" srcId="{086C993C-8FC2-46CD-AC16-9ACB7E167977}" destId="{6B73ED48-6C78-4ED2-B217-986EF8F3991C}" srcOrd="14" destOrd="0" presId="urn:microsoft.com/office/officeart/2005/8/layout/vList2"/>
  </dgm:cxnLst>
  <dgm:bg/>
  <dgm:whole/>
</dgm:dataModel>
</file>

<file path=ppt/diagrams/data9.xml><?xml version="1.0" encoding="utf-8"?>
<dgm:dataModel xmlns:dgm="http://schemas.openxmlformats.org/drawingml/2006/diagram" xmlns:a="http://schemas.openxmlformats.org/drawingml/2006/main">
  <dgm:ptLst>
    <dgm:pt modelId="{8C0DB61E-33C3-447A-B417-7F9D6FB7C4BC}"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zh-CN" altLang="en-US"/>
        </a:p>
      </dgm:t>
    </dgm:pt>
    <dgm:pt modelId="{2B70D156-759F-49F6-9EA7-203E9AF8F825}">
      <dgm:prSet/>
      <dgm:spPr/>
      <dgm:t>
        <a:bodyPr/>
        <a:lstStyle/>
        <a:p>
          <a:pPr rtl="0"/>
          <a:r>
            <a:rPr lang="zh-CN" dirty="0" smtClean="0"/>
            <a:t>一次求职</a:t>
          </a:r>
          <a:endParaRPr lang="en-US" dirty="0"/>
        </a:p>
      </dgm:t>
    </dgm:pt>
    <dgm:pt modelId="{75D431A0-E951-4335-904D-E653D346009F}" type="parTrans" cxnId="{A6257022-CA41-4CCB-96FE-CD2D0552DC0F}">
      <dgm:prSet/>
      <dgm:spPr/>
      <dgm:t>
        <a:bodyPr/>
        <a:lstStyle/>
        <a:p>
          <a:endParaRPr lang="zh-CN" altLang="en-US"/>
        </a:p>
      </dgm:t>
    </dgm:pt>
    <dgm:pt modelId="{54471692-517A-4A54-B9A2-4D840F0DC81C}" type="sibTrans" cxnId="{A6257022-CA41-4CCB-96FE-CD2D0552DC0F}">
      <dgm:prSet/>
      <dgm:spPr/>
      <dgm:t>
        <a:bodyPr/>
        <a:lstStyle/>
        <a:p>
          <a:endParaRPr lang="zh-CN" altLang="en-US"/>
        </a:p>
      </dgm:t>
    </dgm:pt>
    <dgm:pt modelId="{6A342D0B-FF2A-4B84-A2CB-EC726F15819E}">
      <dgm:prSet/>
      <dgm:spPr/>
      <dgm:t>
        <a:bodyPr/>
        <a:lstStyle/>
        <a:p>
          <a:pPr rtl="0"/>
          <a:r>
            <a:rPr lang="zh-CN" dirty="0" smtClean="0"/>
            <a:t>一次创业</a:t>
          </a:r>
          <a:endParaRPr lang="en-US" dirty="0"/>
        </a:p>
      </dgm:t>
    </dgm:pt>
    <dgm:pt modelId="{18CE1B05-4BF3-4529-919A-E4FE2F2F8CB6}" type="parTrans" cxnId="{331FE6AB-B352-44FF-9470-8BD2F0789E90}">
      <dgm:prSet/>
      <dgm:spPr/>
      <dgm:t>
        <a:bodyPr/>
        <a:lstStyle/>
        <a:p>
          <a:endParaRPr lang="zh-CN" altLang="en-US"/>
        </a:p>
      </dgm:t>
    </dgm:pt>
    <dgm:pt modelId="{22646AB3-2E26-4E64-83E9-15328290549E}" type="sibTrans" cxnId="{331FE6AB-B352-44FF-9470-8BD2F0789E90}">
      <dgm:prSet/>
      <dgm:spPr/>
      <dgm:t>
        <a:bodyPr/>
        <a:lstStyle/>
        <a:p>
          <a:endParaRPr lang="zh-CN" altLang="en-US"/>
        </a:p>
      </dgm:t>
    </dgm:pt>
    <dgm:pt modelId="{46C6B0C4-B6B3-4C69-878C-9A942A5BB5A2}">
      <dgm:prSet/>
      <dgm:spPr/>
      <dgm:t>
        <a:bodyPr/>
        <a:lstStyle/>
        <a:p>
          <a:pPr rtl="0"/>
          <a:r>
            <a:rPr lang="zh-CN" dirty="0" smtClean="0"/>
            <a:t>一次会议</a:t>
          </a:r>
          <a:endParaRPr lang="en-US" dirty="0"/>
        </a:p>
      </dgm:t>
    </dgm:pt>
    <dgm:pt modelId="{D7295E62-E21E-45B6-A15C-CDD69E98A0A7}" type="parTrans" cxnId="{3E26DF6E-BB92-43B9-84BB-4D11955B5477}">
      <dgm:prSet/>
      <dgm:spPr/>
      <dgm:t>
        <a:bodyPr/>
        <a:lstStyle/>
        <a:p>
          <a:endParaRPr lang="zh-CN" altLang="en-US"/>
        </a:p>
      </dgm:t>
    </dgm:pt>
    <dgm:pt modelId="{D9EA300C-0460-4251-AC69-5E6CA4DCFA55}" type="sibTrans" cxnId="{3E26DF6E-BB92-43B9-84BB-4D11955B5477}">
      <dgm:prSet/>
      <dgm:spPr/>
      <dgm:t>
        <a:bodyPr/>
        <a:lstStyle/>
        <a:p>
          <a:endParaRPr lang="zh-CN" altLang="en-US"/>
        </a:p>
      </dgm:t>
    </dgm:pt>
    <dgm:pt modelId="{F0FD2233-F771-4101-94C2-60B60C2B8A1E}">
      <dgm:prSet/>
      <dgm:spPr/>
      <dgm:t>
        <a:bodyPr/>
        <a:lstStyle/>
        <a:p>
          <a:pPr rtl="0"/>
          <a:r>
            <a:rPr lang="zh-CN" dirty="0" smtClean="0"/>
            <a:t>一次旅行</a:t>
          </a:r>
          <a:endParaRPr lang="en-US" dirty="0"/>
        </a:p>
      </dgm:t>
    </dgm:pt>
    <dgm:pt modelId="{A846E9DF-EE6A-41EB-9929-E8A3A37EC0AB}" type="parTrans" cxnId="{9CD55E69-651F-420B-90DE-4E9C521F4358}">
      <dgm:prSet/>
      <dgm:spPr/>
      <dgm:t>
        <a:bodyPr/>
        <a:lstStyle/>
        <a:p>
          <a:endParaRPr lang="zh-CN" altLang="en-US"/>
        </a:p>
      </dgm:t>
    </dgm:pt>
    <dgm:pt modelId="{7CC7AD3D-38B2-4681-A764-63903AD83B6C}" type="sibTrans" cxnId="{9CD55E69-651F-420B-90DE-4E9C521F4358}">
      <dgm:prSet/>
      <dgm:spPr/>
      <dgm:t>
        <a:bodyPr/>
        <a:lstStyle/>
        <a:p>
          <a:endParaRPr lang="zh-CN" altLang="en-US"/>
        </a:p>
      </dgm:t>
    </dgm:pt>
    <dgm:pt modelId="{B65AF0B4-42E5-4DA0-8403-B82BA58C886E}">
      <dgm:prSet/>
      <dgm:spPr/>
      <dgm:t>
        <a:bodyPr/>
        <a:lstStyle/>
        <a:p>
          <a:pPr rtl="0"/>
          <a:r>
            <a:rPr lang="zh-CN" dirty="0" smtClean="0"/>
            <a:t>一次聚会</a:t>
          </a:r>
          <a:endParaRPr lang="en-US" dirty="0"/>
        </a:p>
      </dgm:t>
    </dgm:pt>
    <dgm:pt modelId="{EE998774-3CF5-4074-B03F-ECDCA3219D40}" type="parTrans" cxnId="{9A5438AC-672B-4F85-8E3C-49C762518BC4}">
      <dgm:prSet/>
      <dgm:spPr/>
      <dgm:t>
        <a:bodyPr/>
        <a:lstStyle/>
        <a:p>
          <a:endParaRPr lang="zh-CN" altLang="en-US"/>
        </a:p>
      </dgm:t>
    </dgm:pt>
    <dgm:pt modelId="{18D2619B-B9AF-448E-BC75-CF9FF932133B}" type="sibTrans" cxnId="{9A5438AC-672B-4F85-8E3C-49C762518BC4}">
      <dgm:prSet/>
      <dgm:spPr/>
      <dgm:t>
        <a:bodyPr/>
        <a:lstStyle/>
        <a:p>
          <a:endParaRPr lang="zh-CN" altLang="en-US"/>
        </a:p>
      </dgm:t>
    </dgm:pt>
    <dgm:pt modelId="{C4734D54-451D-436D-9F62-6D3332F21E40}">
      <dgm:prSet/>
      <dgm:spPr/>
      <dgm:t>
        <a:bodyPr/>
        <a:lstStyle/>
        <a:p>
          <a:pPr rtl="0"/>
          <a:r>
            <a:rPr lang="zh-CN" dirty="0" smtClean="0"/>
            <a:t>一场晚会</a:t>
          </a:r>
          <a:endParaRPr lang="en-US" dirty="0"/>
        </a:p>
      </dgm:t>
    </dgm:pt>
    <dgm:pt modelId="{D0D8DCD4-6138-40A3-80A8-78D9BFB3F10E}" type="parTrans" cxnId="{D236B13C-CF9A-47AE-BDD5-2B322A1D2EF9}">
      <dgm:prSet/>
      <dgm:spPr/>
      <dgm:t>
        <a:bodyPr/>
        <a:lstStyle/>
        <a:p>
          <a:endParaRPr lang="zh-CN" altLang="en-US"/>
        </a:p>
      </dgm:t>
    </dgm:pt>
    <dgm:pt modelId="{082ED36C-4859-44B3-8A44-E17F288539D8}" type="sibTrans" cxnId="{D236B13C-CF9A-47AE-BDD5-2B322A1D2EF9}">
      <dgm:prSet/>
      <dgm:spPr/>
      <dgm:t>
        <a:bodyPr/>
        <a:lstStyle/>
        <a:p>
          <a:endParaRPr lang="zh-CN" altLang="en-US"/>
        </a:p>
      </dgm:t>
    </dgm:pt>
    <dgm:pt modelId="{B9433F48-8EFE-4D8F-9DB2-6F0398AE552F}">
      <dgm:prSet/>
      <dgm:spPr/>
      <dgm:t>
        <a:bodyPr/>
        <a:lstStyle/>
        <a:p>
          <a:pPr rtl="0"/>
          <a:r>
            <a:rPr lang="zh-CN" dirty="0" smtClean="0"/>
            <a:t>一场比赛</a:t>
          </a:r>
          <a:endParaRPr lang="en-US" dirty="0"/>
        </a:p>
      </dgm:t>
    </dgm:pt>
    <dgm:pt modelId="{BD58451C-ECE6-4888-A8AB-D77BC42AEA41}" type="parTrans" cxnId="{467F5BE3-A3D2-40B8-8ECD-D72DF61DE085}">
      <dgm:prSet/>
      <dgm:spPr/>
      <dgm:t>
        <a:bodyPr/>
        <a:lstStyle/>
        <a:p>
          <a:endParaRPr lang="zh-CN" altLang="en-US"/>
        </a:p>
      </dgm:t>
    </dgm:pt>
    <dgm:pt modelId="{53DD2A2E-70CF-4ACB-8922-049D9C5AA931}" type="sibTrans" cxnId="{467F5BE3-A3D2-40B8-8ECD-D72DF61DE085}">
      <dgm:prSet/>
      <dgm:spPr/>
      <dgm:t>
        <a:bodyPr/>
        <a:lstStyle/>
        <a:p>
          <a:endParaRPr lang="zh-CN" altLang="en-US"/>
        </a:p>
      </dgm:t>
    </dgm:pt>
    <dgm:pt modelId="{2279292E-B5AC-469D-A264-90E65C1801B8}">
      <dgm:prSet/>
      <dgm:spPr/>
      <dgm:t>
        <a:bodyPr/>
        <a:lstStyle/>
        <a:p>
          <a:pPr rtl="0"/>
          <a:r>
            <a:rPr lang="zh-CN" dirty="0" smtClean="0"/>
            <a:t>做一顿饭</a:t>
          </a:r>
          <a:endParaRPr lang="en-US" dirty="0"/>
        </a:p>
      </dgm:t>
    </dgm:pt>
    <dgm:pt modelId="{C79A1D01-FCCD-4BEE-9AF0-CA0A194EFC96}" type="parTrans" cxnId="{A4913B56-3B1B-4E89-BAB0-B765D177A756}">
      <dgm:prSet/>
      <dgm:spPr/>
      <dgm:t>
        <a:bodyPr/>
        <a:lstStyle/>
        <a:p>
          <a:endParaRPr lang="zh-CN" altLang="en-US"/>
        </a:p>
      </dgm:t>
    </dgm:pt>
    <dgm:pt modelId="{F870E1E6-F1A6-4F51-9836-9DE6D12127E6}" type="sibTrans" cxnId="{A4913B56-3B1B-4E89-BAB0-B765D177A756}">
      <dgm:prSet/>
      <dgm:spPr/>
      <dgm:t>
        <a:bodyPr/>
        <a:lstStyle/>
        <a:p>
          <a:endParaRPr lang="zh-CN" altLang="en-US"/>
        </a:p>
      </dgm:t>
    </dgm:pt>
    <dgm:pt modelId="{18AA39A0-69E5-484F-B097-E72F2488A19A}">
      <dgm:prSet/>
      <dgm:spPr/>
      <dgm:t>
        <a:bodyPr/>
        <a:lstStyle/>
        <a:p>
          <a:pPr rtl="0"/>
          <a:r>
            <a:rPr lang="zh-CN" altLang="en-US" dirty="0" smtClean="0"/>
            <a:t>人的一生</a:t>
          </a:r>
          <a:endParaRPr lang="en-US" dirty="0"/>
        </a:p>
      </dgm:t>
    </dgm:pt>
    <dgm:pt modelId="{0B8F8834-A00E-4915-AD0B-00BA81710D85}" type="parTrans" cxnId="{FE0BABB9-9B62-4E4D-A443-3EE1D72CBA0B}">
      <dgm:prSet/>
      <dgm:spPr/>
      <dgm:t>
        <a:bodyPr/>
        <a:lstStyle/>
        <a:p>
          <a:endParaRPr lang="zh-CN" altLang="en-US"/>
        </a:p>
      </dgm:t>
    </dgm:pt>
    <dgm:pt modelId="{FFCA0B80-5861-47E2-9B6C-3C5003F0BBE5}" type="sibTrans" cxnId="{FE0BABB9-9B62-4E4D-A443-3EE1D72CBA0B}">
      <dgm:prSet/>
      <dgm:spPr/>
      <dgm:t>
        <a:bodyPr/>
        <a:lstStyle/>
        <a:p>
          <a:endParaRPr lang="zh-CN" altLang="en-US"/>
        </a:p>
      </dgm:t>
    </dgm:pt>
    <dgm:pt modelId="{DD510D03-80D6-4386-B9CC-97E5F3322277}" type="pres">
      <dgm:prSet presAssocID="{8C0DB61E-33C3-447A-B417-7F9D6FB7C4BC}" presName="Name0" presStyleCnt="0">
        <dgm:presLayoutVars>
          <dgm:dir/>
          <dgm:resizeHandles val="exact"/>
        </dgm:presLayoutVars>
      </dgm:prSet>
      <dgm:spPr/>
      <dgm:t>
        <a:bodyPr/>
        <a:lstStyle/>
        <a:p>
          <a:endParaRPr lang="zh-CN" altLang="en-US"/>
        </a:p>
      </dgm:t>
    </dgm:pt>
    <dgm:pt modelId="{75895FFA-56A9-481E-8144-274CC5AA0C01}" type="pres">
      <dgm:prSet presAssocID="{2B70D156-759F-49F6-9EA7-203E9AF8F825}" presName="compNode" presStyleCnt="0"/>
      <dgm:spPr/>
    </dgm:pt>
    <dgm:pt modelId="{75DB3692-EEC7-4B8E-9ADD-4377338C2EAB}" type="pres">
      <dgm:prSet presAssocID="{2B70D156-759F-49F6-9EA7-203E9AF8F825}" presName="pictRect" presStyleLbl="node1" presStyleIdx="0" presStyleCnt="9"/>
      <dgm:spPr>
        <a:blipFill rotWithShape="0">
          <a:blip xmlns:r="http://schemas.openxmlformats.org/officeDocument/2006/relationships" r:embed="rId1"/>
          <a:stretch>
            <a:fillRect/>
          </a:stretch>
        </a:blipFill>
      </dgm:spPr>
    </dgm:pt>
    <dgm:pt modelId="{1D6EDE60-8F3C-4AF0-BC3E-A9F6707780B7}" type="pres">
      <dgm:prSet presAssocID="{2B70D156-759F-49F6-9EA7-203E9AF8F825}" presName="textRect" presStyleLbl="revTx" presStyleIdx="0" presStyleCnt="9">
        <dgm:presLayoutVars>
          <dgm:bulletEnabled val="1"/>
        </dgm:presLayoutVars>
      </dgm:prSet>
      <dgm:spPr/>
      <dgm:t>
        <a:bodyPr/>
        <a:lstStyle/>
        <a:p>
          <a:endParaRPr lang="zh-CN" altLang="en-US"/>
        </a:p>
      </dgm:t>
    </dgm:pt>
    <dgm:pt modelId="{085A1226-1633-4CC3-A1F4-DA7A1F43E41A}" type="pres">
      <dgm:prSet presAssocID="{54471692-517A-4A54-B9A2-4D840F0DC81C}" presName="sibTrans" presStyleLbl="sibTrans2D1" presStyleIdx="0" presStyleCnt="0"/>
      <dgm:spPr/>
      <dgm:t>
        <a:bodyPr/>
        <a:lstStyle/>
        <a:p>
          <a:endParaRPr lang="zh-CN" altLang="en-US"/>
        </a:p>
      </dgm:t>
    </dgm:pt>
    <dgm:pt modelId="{CE0AB8DE-969A-4165-BD3B-D6DEE8B1B4D4}" type="pres">
      <dgm:prSet presAssocID="{6A342D0B-FF2A-4B84-A2CB-EC726F15819E}" presName="compNode" presStyleCnt="0"/>
      <dgm:spPr/>
    </dgm:pt>
    <dgm:pt modelId="{DDA3CED4-0AC9-4C81-B24B-45ADBA3A5FAA}" type="pres">
      <dgm:prSet presAssocID="{6A342D0B-FF2A-4B84-A2CB-EC726F15819E}" presName="pictRect" presStyleLbl="node1" presStyleIdx="1" presStyleCnt="9"/>
      <dgm:spPr>
        <a:blipFill rotWithShape="0">
          <a:blip xmlns:r="http://schemas.openxmlformats.org/officeDocument/2006/relationships" r:embed="rId2"/>
          <a:stretch>
            <a:fillRect/>
          </a:stretch>
        </a:blipFill>
      </dgm:spPr>
    </dgm:pt>
    <dgm:pt modelId="{5225C3C8-0C1D-4B3E-B3B8-9C5E251B458C}" type="pres">
      <dgm:prSet presAssocID="{6A342D0B-FF2A-4B84-A2CB-EC726F15819E}" presName="textRect" presStyleLbl="revTx" presStyleIdx="1" presStyleCnt="9">
        <dgm:presLayoutVars>
          <dgm:bulletEnabled val="1"/>
        </dgm:presLayoutVars>
      </dgm:prSet>
      <dgm:spPr/>
      <dgm:t>
        <a:bodyPr/>
        <a:lstStyle/>
        <a:p>
          <a:endParaRPr lang="zh-CN" altLang="en-US"/>
        </a:p>
      </dgm:t>
    </dgm:pt>
    <dgm:pt modelId="{AA17B1A1-FAD2-42CB-98EA-DC3A74473FFE}" type="pres">
      <dgm:prSet presAssocID="{22646AB3-2E26-4E64-83E9-15328290549E}" presName="sibTrans" presStyleLbl="sibTrans2D1" presStyleIdx="0" presStyleCnt="0"/>
      <dgm:spPr/>
      <dgm:t>
        <a:bodyPr/>
        <a:lstStyle/>
        <a:p>
          <a:endParaRPr lang="zh-CN" altLang="en-US"/>
        </a:p>
      </dgm:t>
    </dgm:pt>
    <dgm:pt modelId="{BED02E6A-2517-46B1-99AE-E70E756146C8}" type="pres">
      <dgm:prSet presAssocID="{46C6B0C4-B6B3-4C69-878C-9A942A5BB5A2}" presName="compNode" presStyleCnt="0"/>
      <dgm:spPr/>
    </dgm:pt>
    <dgm:pt modelId="{9B2D7C8C-889C-435E-B9CA-A0DAC337C706}" type="pres">
      <dgm:prSet presAssocID="{46C6B0C4-B6B3-4C69-878C-9A942A5BB5A2}" presName="pictRect" presStyleLbl="node1" presStyleIdx="2" presStyleCnt="9"/>
      <dgm:spPr>
        <a:blipFill rotWithShape="0">
          <a:blip xmlns:r="http://schemas.openxmlformats.org/officeDocument/2006/relationships" r:embed="rId3"/>
          <a:stretch>
            <a:fillRect/>
          </a:stretch>
        </a:blipFill>
      </dgm:spPr>
    </dgm:pt>
    <dgm:pt modelId="{E66AB92C-0092-4833-A167-6592C6926E1A}" type="pres">
      <dgm:prSet presAssocID="{46C6B0C4-B6B3-4C69-878C-9A942A5BB5A2}" presName="textRect" presStyleLbl="revTx" presStyleIdx="2" presStyleCnt="9">
        <dgm:presLayoutVars>
          <dgm:bulletEnabled val="1"/>
        </dgm:presLayoutVars>
      </dgm:prSet>
      <dgm:spPr/>
      <dgm:t>
        <a:bodyPr/>
        <a:lstStyle/>
        <a:p>
          <a:endParaRPr lang="zh-CN" altLang="en-US"/>
        </a:p>
      </dgm:t>
    </dgm:pt>
    <dgm:pt modelId="{792083BB-4FBC-4662-B2E1-04C58590AD51}" type="pres">
      <dgm:prSet presAssocID="{D9EA300C-0460-4251-AC69-5E6CA4DCFA55}" presName="sibTrans" presStyleLbl="sibTrans2D1" presStyleIdx="0" presStyleCnt="0"/>
      <dgm:spPr/>
      <dgm:t>
        <a:bodyPr/>
        <a:lstStyle/>
        <a:p>
          <a:endParaRPr lang="zh-CN" altLang="en-US"/>
        </a:p>
      </dgm:t>
    </dgm:pt>
    <dgm:pt modelId="{30A25FEA-37AF-4C00-A219-62924935A4F1}" type="pres">
      <dgm:prSet presAssocID="{F0FD2233-F771-4101-94C2-60B60C2B8A1E}" presName="compNode" presStyleCnt="0"/>
      <dgm:spPr/>
    </dgm:pt>
    <dgm:pt modelId="{E35A9CA0-2A94-4078-9874-C3D3EA57C87A}" type="pres">
      <dgm:prSet presAssocID="{F0FD2233-F771-4101-94C2-60B60C2B8A1E}" presName="pictRect" presStyleLbl="node1" presStyleIdx="3" presStyleCnt="9"/>
      <dgm:spPr>
        <a:blipFill rotWithShape="0">
          <a:blip xmlns:r="http://schemas.openxmlformats.org/officeDocument/2006/relationships" r:embed="rId4"/>
          <a:stretch>
            <a:fillRect/>
          </a:stretch>
        </a:blipFill>
      </dgm:spPr>
    </dgm:pt>
    <dgm:pt modelId="{C9C9C2F2-7A59-4C5A-B3C0-27A409E77A7F}" type="pres">
      <dgm:prSet presAssocID="{F0FD2233-F771-4101-94C2-60B60C2B8A1E}" presName="textRect" presStyleLbl="revTx" presStyleIdx="3" presStyleCnt="9">
        <dgm:presLayoutVars>
          <dgm:bulletEnabled val="1"/>
        </dgm:presLayoutVars>
      </dgm:prSet>
      <dgm:spPr/>
      <dgm:t>
        <a:bodyPr/>
        <a:lstStyle/>
        <a:p>
          <a:endParaRPr lang="zh-CN" altLang="en-US"/>
        </a:p>
      </dgm:t>
    </dgm:pt>
    <dgm:pt modelId="{FF9BC55B-0CA1-46DA-A9D6-CF016E9C9FE8}" type="pres">
      <dgm:prSet presAssocID="{7CC7AD3D-38B2-4681-A764-63903AD83B6C}" presName="sibTrans" presStyleLbl="sibTrans2D1" presStyleIdx="0" presStyleCnt="0"/>
      <dgm:spPr/>
      <dgm:t>
        <a:bodyPr/>
        <a:lstStyle/>
        <a:p>
          <a:endParaRPr lang="zh-CN" altLang="en-US"/>
        </a:p>
      </dgm:t>
    </dgm:pt>
    <dgm:pt modelId="{4829A1EF-DFEC-4539-B1C3-F8C6097B84FE}" type="pres">
      <dgm:prSet presAssocID="{B65AF0B4-42E5-4DA0-8403-B82BA58C886E}" presName="compNode" presStyleCnt="0"/>
      <dgm:spPr/>
    </dgm:pt>
    <dgm:pt modelId="{62A5C596-97B8-4860-8C2B-3DDD2CB73225}" type="pres">
      <dgm:prSet presAssocID="{B65AF0B4-42E5-4DA0-8403-B82BA58C886E}" presName="pictRect" presStyleLbl="node1" presStyleIdx="4" presStyleCnt="9"/>
      <dgm:spPr>
        <a:blipFill rotWithShape="0">
          <a:blip xmlns:r="http://schemas.openxmlformats.org/officeDocument/2006/relationships" r:embed="rId5"/>
          <a:stretch>
            <a:fillRect/>
          </a:stretch>
        </a:blipFill>
      </dgm:spPr>
    </dgm:pt>
    <dgm:pt modelId="{6EE2FB01-AA29-431D-A846-E558BB35CE4F}" type="pres">
      <dgm:prSet presAssocID="{B65AF0B4-42E5-4DA0-8403-B82BA58C886E}" presName="textRect" presStyleLbl="revTx" presStyleIdx="4" presStyleCnt="9">
        <dgm:presLayoutVars>
          <dgm:bulletEnabled val="1"/>
        </dgm:presLayoutVars>
      </dgm:prSet>
      <dgm:spPr/>
      <dgm:t>
        <a:bodyPr/>
        <a:lstStyle/>
        <a:p>
          <a:endParaRPr lang="zh-CN" altLang="en-US"/>
        </a:p>
      </dgm:t>
    </dgm:pt>
    <dgm:pt modelId="{A4F7D991-D54F-4965-88C2-3AB8713E2B04}" type="pres">
      <dgm:prSet presAssocID="{18D2619B-B9AF-448E-BC75-CF9FF932133B}" presName="sibTrans" presStyleLbl="sibTrans2D1" presStyleIdx="0" presStyleCnt="0"/>
      <dgm:spPr/>
      <dgm:t>
        <a:bodyPr/>
        <a:lstStyle/>
        <a:p>
          <a:endParaRPr lang="zh-CN" altLang="en-US"/>
        </a:p>
      </dgm:t>
    </dgm:pt>
    <dgm:pt modelId="{45DFE7A2-950B-4546-AC5C-07A7CE384A02}" type="pres">
      <dgm:prSet presAssocID="{C4734D54-451D-436D-9F62-6D3332F21E40}" presName="compNode" presStyleCnt="0"/>
      <dgm:spPr/>
    </dgm:pt>
    <dgm:pt modelId="{FC8550AF-A7F1-47E0-A869-AEC79AB9F4B2}" type="pres">
      <dgm:prSet presAssocID="{C4734D54-451D-436D-9F62-6D3332F21E40}" presName="pictRect" presStyleLbl="node1" presStyleIdx="5" presStyleCnt="9"/>
      <dgm:spPr>
        <a:blipFill rotWithShape="0">
          <a:blip xmlns:r="http://schemas.openxmlformats.org/officeDocument/2006/relationships" r:embed="rId6"/>
          <a:stretch>
            <a:fillRect/>
          </a:stretch>
        </a:blipFill>
      </dgm:spPr>
    </dgm:pt>
    <dgm:pt modelId="{59B47476-3CF3-4B88-A185-404147CA2ED8}" type="pres">
      <dgm:prSet presAssocID="{C4734D54-451D-436D-9F62-6D3332F21E40}" presName="textRect" presStyleLbl="revTx" presStyleIdx="5" presStyleCnt="9">
        <dgm:presLayoutVars>
          <dgm:bulletEnabled val="1"/>
        </dgm:presLayoutVars>
      </dgm:prSet>
      <dgm:spPr/>
      <dgm:t>
        <a:bodyPr/>
        <a:lstStyle/>
        <a:p>
          <a:endParaRPr lang="zh-CN" altLang="en-US"/>
        </a:p>
      </dgm:t>
    </dgm:pt>
    <dgm:pt modelId="{238574F2-D5A0-4F3F-9C4A-3F6FDE90A3EC}" type="pres">
      <dgm:prSet presAssocID="{082ED36C-4859-44B3-8A44-E17F288539D8}" presName="sibTrans" presStyleLbl="sibTrans2D1" presStyleIdx="0" presStyleCnt="0"/>
      <dgm:spPr/>
      <dgm:t>
        <a:bodyPr/>
        <a:lstStyle/>
        <a:p>
          <a:endParaRPr lang="zh-CN" altLang="en-US"/>
        </a:p>
      </dgm:t>
    </dgm:pt>
    <dgm:pt modelId="{1B43CB5E-610B-48B6-B4FC-DF8239AD79F6}" type="pres">
      <dgm:prSet presAssocID="{B9433F48-8EFE-4D8F-9DB2-6F0398AE552F}" presName="compNode" presStyleCnt="0"/>
      <dgm:spPr/>
    </dgm:pt>
    <dgm:pt modelId="{57AFDE88-BCC1-4B54-9914-758C321F6B86}" type="pres">
      <dgm:prSet presAssocID="{B9433F48-8EFE-4D8F-9DB2-6F0398AE552F}" presName="pictRect" presStyleLbl="node1" presStyleIdx="6" presStyleCnt="9"/>
      <dgm:spPr>
        <a:blipFill rotWithShape="0">
          <a:blip xmlns:r="http://schemas.openxmlformats.org/officeDocument/2006/relationships" r:embed="rId7"/>
          <a:stretch>
            <a:fillRect/>
          </a:stretch>
        </a:blipFill>
      </dgm:spPr>
    </dgm:pt>
    <dgm:pt modelId="{BF653B0F-4F4E-4533-B51F-3E7D8DE85297}" type="pres">
      <dgm:prSet presAssocID="{B9433F48-8EFE-4D8F-9DB2-6F0398AE552F}" presName="textRect" presStyleLbl="revTx" presStyleIdx="6" presStyleCnt="9">
        <dgm:presLayoutVars>
          <dgm:bulletEnabled val="1"/>
        </dgm:presLayoutVars>
      </dgm:prSet>
      <dgm:spPr/>
      <dgm:t>
        <a:bodyPr/>
        <a:lstStyle/>
        <a:p>
          <a:endParaRPr lang="zh-CN" altLang="en-US"/>
        </a:p>
      </dgm:t>
    </dgm:pt>
    <dgm:pt modelId="{7AC4313F-25A4-4427-BB39-441BD0C96F9F}" type="pres">
      <dgm:prSet presAssocID="{53DD2A2E-70CF-4ACB-8922-049D9C5AA931}" presName="sibTrans" presStyleLbl="sibTrans2D1" presStyleIdx="0" presStyleCnt="0"/>
      <dgm:spPr/>
      <dgm:t>
        <a:bodyPr/>
        <a:lstStyle/>
        <a:p>
          <a:endParaRPr lang="zh-CN" altLang="en-US"/>
        </a:p>
      </dgm:t>
    </dgm:pt>
    <dgm:pt modelId="{BFC39FC0-4F01-4F38-ADB8-4074F6D31F0F}" type="pres">
      <dgm:prSet presAssocID="{2279292E-B5AC-469D-A264-90E65C1801B8}" presName="compNode" presStyleCnt="0"/>
      <dgm:spPr/>
    </dgm:pt>
    <dgm:pt modelId="{9F56823A-168D-4896-89E2-4AE2D79004B8}" type="pres">
      <dgm:prSet presAssocID="{2279292E-B5AC-469D-A264-90E65C1801B8}" presName="pictRect" presStyleLbl="node1" presStyleIdx="7" presStyleCnt="9"/>
      <dgm:spPr>
        <a:blipFill rotWithShape="0">
          <a:blip xmlns:r="http://schemas.openxmlformats.org/officeDocument/2006/relationships" r:embed="rId8"/>
          <a:stretch>
            <a:fillRect/>
          </a:stretch>
        </a:blipFill>
      </dgm:spPr>
    </dgm:pt>
    <dgm:pt modelId="{35210D93-3A0B-4A1C-B747-F77FC5F8A651}" type="pres">
      <dgm:prSet presAssocID="{2279292E-B5AC-469D-A264-90E65C1801B8}" presName="textRect" presStyleLbl="revTx" presStyleIdx="7" presStyleCnt="9">
        <dgm:presLayoutVars>
          <dgm:bulletEnabled val="1"/>
        </dgm:presLayoutVars>
      </dgm:prSet>
      <dgm:spPr/>
      <dgm:t>
        <a:bodyPr/>
        <a:lstStyle/>
        <a:p>
          <a:endParaRPr lang="zh-CN" altLang="en-US"/>
        </a:p>
      </dgm:t>
    </dgm:pt>
    <dgm:pt modelId="{CB3AE278-AC66-4FA7-B9C8-2436BD3DDEA3}" type="pres">
      <dgm:prSet presAssocID="{F870E1E6-F1A6-4F51-9836-9DE6D12127E6}" presName="sibTrans" presStyleLbl="sibTrans2D1" presStyleIdx="0" presStyleCnt="0"/>
      <dgm:spPr/>
      <dgm:t>
        <a:bodyPr/>
        <a:lstStyle/>
        <a:p>
          <a:endParaRPr lang="zh-CN" altLang="en-US"/>
        </a:p>
      </dgm:t>
    </dgm:pt>
    <dgm:pt modelId="{CB8C7133-5BB4-428E-9B9D-25A1C2F5F56D}" type="pres">
      <dgm:prSet presAssocID="{18AA39A0-69E5-484F-B097-E72F2488A19A}" presName="compNode" presStyleCnt="0"/>
      <dgm:spPr/>
    </dgm:pt>
    <dgm:pt modelId="{D789DF5A-B6C6-41E1-ABAF-998991345BA7}" type="pres">
      <dgm:prSet presAssocID="{18AA39A0-69E5-484F-B097-E72F2488A19A}" presName="pictRect" presStyleLbl="node1" presStyleIdx="8" presStyleCnt="9"/>
      <dgm:spPr>
        <a:blipFill rotWithShape="0">
          <a:blip xmlns:r="http://schemas.openxmlformats.org/officeDocument/2006/relationships" r:embed="rId9"/>
          <a:stretch>
            <a:fillRect/>
          </a:stretch>
        </a:blipFill>
      </dgm:spPr>
    </dgm:pt>
    <dgm:pt modelId="{C96DE89C-D865-4B9E-8BED-6829C9D46242}" type="pres">
      <dgm:prSet presAssocID="{18AA39A0-69E5-484F-B097-E72F2488A19A}" presName="textRect" presStyleLbl="revTx" presStyleIdx="8" presStyleCnt="9">
        <dgm:presLayoutVars>
          <dgm:bulletEnabled val="1"/>
        </dgm:presLayoutVars>
      </dgm:prSet>
      <dgm:spPr/>
      <dgm:t>
        <a:bodyPr/>
        <a:lstStyle/>
        <a:p>
          <a:endParaRPr lang="zh-CN" altLang="en-US"/>
        </a:p>
      </dgm:t>
    </dgm:pt>
  </dgm:ptLst>
  <dgm:cxnLst>
    <dgm:cxn modelId="{A6257022-CA41-4CCB-96FE-CD2D0552DC0F}" srcId="{8C0DB61E-33C3-447A-B417-7F9D6FB7C4BC}" destId="{2B70D156-759F-49F6-9EA7-203E9AF8F825}" srcOrd="0" destOrd="0" parTransId="{75D431A0-E951-4335-904D-E653D346009F}" sibTransId="{54471692-517A-4A54-B9A2-4D840F0DC81C}"/>
    <dgm:cxn modelId="{8AA3E042-7AF6-433A-9A02-3438D79C7856}" type="presOf" srcId="{18D2619B-B9AF-448E-BC75-CF9FF932133B}" destId="{A4F7D991-D54F-4965-88C2-3AB8713E2B04}" srcOrd="0" destOrd="0" presId="urn:microsoft.com/office/officeart/2005/8/layout/pList1"/>
    <dgm:cxn modelId="{331FE6AB-B352-44FF-9470-8BD2F0789E90}" srcId="{8C0DB61E-33C3-447A-B417-7F9D6FB7C4BC}" destId="{6A342D0B-FF2A-4B84-A2CB-EC726F15819E}" srcOrd="1" destOrd="0" parTransId="{18CE1B05-4BF3-4529-919A-E4FE2F2F8CB6}" sibTransId="{22646AB3-2E26-4E64-83E9-15328290549E}"/>
    <dgm:cxn modelId="{93C1D952-B82B-4B8D-AB33-2A3E7B812D8A}" type="presOf" srcId="{22646AB3-2E26-4E64-83E9-15328290549E}" destId="{AA17B1A1-FAD2-42CB-98EA-DC3A74473FFE}" srcOrd="0" destOrd="0" presId="urn:microsoft.com/office/officeart/2005/8/layout/pList1"/>
    <dgm:cxn modelId="{EC48A96B-D5AC-4D28-AD8F-072CA9473EF1}" type="presOf" srcId="{46C6B0C4-B6B3-4C69-878C-9A942A5BB5A2}" destId="{E66AB92C-0092-4833-A167-6592C6926E1A}" srcOrd="0" destOrd="0" presId="urn:microsoft.com/office/officeart/2005/8/layout/pList1"/>
    <dgm:cxn modelId="{9A5438AC-672B-4F85-8E3C-49C762518BC4}" srcId="{8C0DB61E-33C3-447A-B417-7F9D6FB7C4BC}" destId="{B65AF0B4-42E5-4DA0-8403-B82BA58C886E}" srcOrd="4" destOrd="0" parTransId="{EE998774-3CF5-4074-B03F-ECDCA3219D40}" sibTransId="{18D2619B-B9AF-448E-BC75-CF9FF932133B}"/>
    <dgm:cxn modelId="{559504C4-C70C-417F-8C9F-BCE1C2EC28E0}" type="presOf" srcId="{082ED36C-4859-44B3-8A44-E17F288539D8}" destId="{238574F2-D5A0-4F3F-9C4A-3F6FDE90A3EC}" srcOrd="0" destOrd="0" presId="urn:microsoft.com/office/officeart/2005/8/layout/pList1"/>
    <dgm:cxn modelId="{908C3AA8-9425-44B2-A376-5640F267310B}" type="presOf" srcId="{54471692-517A-4A54-B9A2-4D840F0DC81C}" destId="{085A1226-1633-4CC3-A1F4-DA7A1F43E41A}" srcOrd="0" destOrd="0" presId="urn:microsoft.com/office/officeart/2005/8/layout/pList1"/>
    <dgm:cxn modelId="{B595197B-9854-4F81-A793-70E8F6DEFF9D}" type="presOf" srcId="{C4734D54-451D-436D-9F62-6D3332F21E40}" destId="{59B47476-3CF3-4B88-A185-404147CA2ED8}" srcOrd="0" destOrd="0" presId="urn:microsoft.com/office/officeart/2005/8/layout/pList1"/>
    <dgm:cxn modelId="{4D55F585-1E70-481A-94C5-F07AC1CA483E}" type="presOf" srcId="{53DD2A2E-70CF-4ACB-8922-049D9C5AA931}" destId="{7AC4313F-25A4-4427-BB39-441BD0C96F9F}" srcOrd="0" destOrd="0" presId="urn:microsoft.com/office/officeart/2005/8/layout/pList1"/>
    <dgm:cxn modelId="{DC836E1B-27FD-4E43-95B4-CDDE4EA2E0BD}" type="presOf" srcId="{D9EA300C-0460-4251-AC69-5E6CA4DCFA55}" destId="{792083BB-4FBC-4662-B2E1-04C58590AD51}" srcOrd="0" destOrd="0" presId="urn:microsoft.com/office/officeart/2005/8/layout/pList1"/>
    <dgm:cxn modelId="{345250D5-7732-46DD-A761-EAA0C09759E6}" type="presOf" srcId="{B9433F48-8EFE-4D8F-9DB2-6F0398AE552F}" destId="{BF653B0F-4F4E-4533-B51F-3E7D8DE85297}" srcOrd="0" destOrd="0" presId="urn:microsoft.com/office/officeart/2005/8/layout/pList1"/>
    <dgm:cxn modelId="{7A3A3B92-D750-4DB2-8F27-76F4FC685462}" type="presOf" srcId="{18AA39A0-69E5-484F-B097-E72F2488A19A}" destId="{C96DE89C-D865-4B9E-8BED-6829C9D46242}" srcOrd="0" destOrd="0" presId="urn:microsoft.com/office/officeart/2005/8/layout/pList1"/>
    <dgm:cxn modelId="{B97C6480-8D99-4736-A9F5-2A425D59A215}" type="presOf" srcId="{6A342D0B-FF2A-4B84-A2CB-EC726F15819E}" destId="{5225C3C8-0C1D-4B3E-B3B8-9C5E251B458C}" srcOrd="0" destOrd="0" presId="urn:microsoft.com/office/officeart/2005/8/layout/pList1"/>
    <dgm:cxn modelId="{0FE66B29-14A1-4CD2-BDD0-F20F1A2B3054}" type="presOf" srcId="{2B70D156-759F-49F6-9EA7-203E9AF8F825}" destId="{1D6EDE60-8F3C-4AF0-BC3E-A9F6707780B7}" srcOrd="0" destOrd="0" presId="urn:microsoft.com/office/officeart/2005/8/layout/pList1"/>
    <dgm:cxn modelId="{9CD55E69-651F-420B-90DE-4E9C521F4358}" srcId="{8C0DB61E-33C3-447A-B417-7F9D6FB7C4BC}" destId="{F0FD2233-F771-4101-94C2-60B60C2B8A1E}" srcOrd="3" destOrd="0" parTransId="{A846E9DF-EE6A-41EB-9929-E8A3A37EC0AB}" sibTransId="{7CC7AD3D-38B2-4681-A764-63903AD83B6C}"/>
    <dgm:cxn modelId="{5D4D3666-85B2-4653-A34C-651B510933D1}" type="presOf" srcId="{8C0DB61E-33C3-447A-B417-7F9D6FB7C4BC}" destId="{DD510D03-80D6-4386-B9CC-97E5F3322277}" srcOrd="0" destOrd="0" presId="urn:microsoft.com/office/officeart/2005/8/layout/pList1"/>
    <dgm:cxn modelId="{52C3DDEC-EDDA-41BC-BAAD-8ED968B3E42B}" type="presOf" srcId="{B65AF0B4-42E5-4DA0-8403-B82BA58C886E}" destId="{6EE2FB01-AA29-431D-A846-E558BB35CE4F}" srcOrd="0" destOrd="0" presId="urn:microsoft.com/office/officeart/2005/8/layout/pList1"/>
    <dgm:cxn modelId="{3E26DF6E-BB92-43B9-84BB-4D11955B5477}" srcId="{8C0DB61E-33C3-447A-B417-7F9D6FB7C4BC}" destId="{46C6B0C4-B6B3-4C69-878C-9A942A5BB5A2}" srcOrd="2" destOrd="0" parTransId="{D7295E62-E21E-45B6-A15C-CDD69E98A0A7}" sibTransId="{D9EA300C-0460-4251-AC69-5E6CA4DCFA55}"/>
    <dgm:cxn modelId="{467F5BE3-A3D2-40B8-8ECD-D72DF61DE085}" srcId="{8C0DB61E-33C3-447A-B417-7F9D6FB7C4BC}" destId="{B9433F48-8EFE-4D8F-9DB2-6F0398AE552F}" srcOrd="6" destOrd="0" parTransId="{BD58451C-ECE6-4888-A8AB-D77BC42AEA41}" sibTransId="{53DD2A2E-70CF-4ACB-8922-049D9C5AA931}"/>
    <dgm:cxn modelId="{FE0BABB9-9B62-4E4D-A443-3EE1D72CBA0B}" srcId="{8C0DB61E-33C3-447A-B417-7F9D6FB7C4BC}" destId="{18AA39A0-69E5-484F-B097-E72F2488A19A}" srcOrd="8" destOrd="0" parTransId="{0B8F8834-A00E-4915-AD0B-00BA81710D85}" sibTransId="{FFCA0B80-5861-47E2-9B6C-3C5003F0BBE5}"/>
    <dgm:cxn modelId="{7544BB8C-2D05-4C1F-8B66-26110D4A08DC}" type="presOf" srcId="{F0FD2233-F771-4101-94C2-60B60C2B8A1E}" destId="{C9C9C2F2-7A59-4C5A-B3C0-27A409E77A7F}" srcOrd="0" destOrd="0" presId="urn:microsoft.com/office/officeart/2005/8/layout/pList1"/>
    <dgm:cxn modelId="{A4913B56-3B1B-4E89-BAB0-B765D177A756}" srcId="{8C0DB61E-33C3-447A-B417-7F9D6FB7C4BC}" destId="{2279292E-B5AC-469D-A264-90E65C1801B8}" srcOrd="7" destOrd="0" parTransId="{C79A1D01-FCCD-4BEE-9AF0-CA0A194EFC96}" sibTransId="{F870E1E6-F1A6-4F51-9836-9DE6D12127E6}"/>
    <dgm:cxn modelId="{D3DF4EC1-02B8-4DC0-8AD7-A9651F26EF70}" type="presOf" srcId="{2279292E-B5AC-469D-A264-90E65C1801B8}" destId="{35210D93-3A0B-4A1C-B747-F77FC5F8A651}" srcOrd="0" destOrd="0" presId="urn:microsoft.com/office/officeart/2005/8/layout/pList1"/>
    <dgm:cxn modelId="{94D029D8-2E92-4310-87A4-E57C2F47EB32}" type="presOf" srcId="{7CC7AD3D-38B2-4681-A764-63903AD83B6C}" destId="{FF9BC55B-0CA1-46DA-A9D6-CF016E9C9FE8}" srcOrd="0" destOrd="0" presId="urn:microsoft.com/office/officeart/2005/8/layout/pList1"/>
    <dgm:cxn modelId="{D236B13C-CF9A-47AE-BDD5-2B322A1D2EF9}" srcId="{8C0DB61E-33C3-447A-B417-7F9D6FB7C4BC}" destId="{C4734D54-451D-436D-9F62-6D3332F21E40}" srcOrd="5" destOrd="0" parTransId="{D0D8DCD4-6138-40A3-80A8-78D9BFB3F10E}" sibTransId="{082ED36C-4859-44B3-8A44-E17F288539D8}"/>
    <dgm:cxn modelId="{623D07E2-9310-4F45-97AF-4167C5ECBB3C}" type="presOf" srcId="{F870E1E6-F1A6-4F51-9836-9DE6D12127E6}" destId="{CB3AE278-AC66-4FA7-B9C8-2436BD3DDEA3}" srcOrd="0" destOrd="0" presId="urn:microsoft.com/office/officeart/2005/8/layout/pList1"/>
    <dgm:cxn modelId="{2ECB8D0A-6DF3-4E74-8226-566626596F69}" type="presParOf" srcId="{DD510D03-80D6-4386-B9CC-97E5F3322277}" destId="{75895FFA-56A9-481E-8144-274CC5AA0C01}" srcOrd="0" destOrd="0" presId="urn:microsoft.com/office/officeart/2005/8/layout/pList1"/>
    <dgm:cxn modelId="{258BA602-E615-43A4-A86D-800F617D71D8}" type="presParOf" srcId="{75895FFA-56A9-481E-8144-274CC5AA0C01}" destId="{75DB3692-EEC7-4B8E-9ADD-4377338C2EAB}" srcOrd="0" destOrd="0" presId="urn:microsoft.com/office/officeart/2005/8/layout/pList1"/>
    <dgm:cxn modelId="{F7B44E26-6A5C-494C-8E14-04BA404D30F2}" type="presParOf" srcId="{75895FFA-56A9-481E-8144-274CC5AA0C01}" destId="{1D6EDE60-8F3C-4AF0-BC3E-A9F6707780B7}" srcOrd="1" destOrd="0" presId="urn:microsoft.com/office/officeart/2005/8/layout/pList1"/>
    <dgm:cxn modelId="{B3F9C74D-E7BC-4C11-A9F7-51B470B286EC}" type="presParOf" srcId="{DD510D03-80D6-4386-B9CC-97E5F3322277}" destId="{085A1226-1633-4CC3-A1F4-DA7A1F43E41A}" srcOrd="1" destOrd="0" presId="urn:microsoft.com/office/officeart/2005/8/layout/pList1"/>
    <dgm:cxn modelId="{ED39EAC1-3BFE-48E2-9A3E-2732F237C9CE}" type="presParOf" srcId="{DD510D03-80D6-4386-B9CC-97E5F3322277}" destId="{CE0AB8DE-969A-4165-BD3B-D6DEE8B1B4D4}" srcOrd="2" destOrd="0" presId="urn:microsoft.com/office/officeart/2005/8/layout/pList1"/>
    <dgm:cxn modelId="{78EBAB77-D58C-4651-BA1A-F79F741A7E17}" type="presParOf" srcId="{CE0AB8DE-969A-4165-BD3B-D6DEE8B1B4D4}" destId="{DDA3CED4-0AC9-4C81-B24B-45ADBA3A5FAA}" srcOrd="0" destOrd="0" presId="urn:microsoft.com/office/officeart/2005/8/layout/pList1"/>
    <dgm:cxn modelId="{72265CED-B8CE-43AB-9167-07ECDFD15192}" type="presParOf" srcId="{CE0AB8DE-969A-4165-BD3B-D6DEE8B1B4D4}" destId="{5225C3C8-0C1D-4B3E-B3B8-9C5E251B458C}" srcOrd="1" destOrd="0" presId="urn:microsoft.com/office/officeart/2005/8/layout/pList1"/>
    <dgm:cxn modelId="{0F8F7640-E14F-4B53-8FC2-363E963F8481}" type="presParOf" srcId="{DD510D03-80D6-4386-B9CC-97E5F3322277}" destId="{AA17B1A1-FAD2-42CB-98EA-DC3A74473FFE}" srcOrd="3" destOrd="0" presId="urn:microsoft.com/office/officeart/2005/8/layout/pList1"/>
    <dgm:cxn modelId="{32F2F52D-1604-475B-8700-D86237BAD8BD}" type="presParOf" srcId="{DD510D03-80D6-4386-B9CC-97E5F3322277}" destId="{BED02E6A-2517-46B1-99AE-E70E756146C8}" srcOrd="4" destOrd="0" presId="urn:microsoft.com/office/officeart/2005/8/layout/pList1"/>
    <dgm:cxn modelId="{2BBE9D79-2D8E-4C04-AAE8-960AE8FB3A89}" type="presParOf" srcId="{BED02E6A-2517-46B1-99AE-E70E756146C8}" destId="{9B2D7C8C-889C-435E-B9CA-A0DAC337C706}" srcOrd="0" destOrd="0" presId="urn:microsoft.com/office/officeart/2005/8/layout/pList1"/>
    <dgm:cxn modelId="{EA2ED0DD-F790-498A-AB85-74D773D6C03C}" type="presParOf" srcId="{BED02E6A-2517-46B1-99AE-E70E756146C8}" destId="{E66AB92C-0092-4833-A167-6592C6926E1A}" srcOrd="1" destOrd="0" presId="urn:microsoft.com/office/officeart/2005/8/layout/pList1"/>
    <dgm:cxn modelId="{770F8F2B-1DBD-409D-B7F1-6BF7E36601DB}" type="presParOf" srcId="{DD510D03-80D6-4386-B9CC-97E5F3322277}" destId="{792083BB-4FBC-4662-B2E1-04C58590AD51}" srcOrd="5" destOrd="0" presId="urn:microsoft.com/office/officeart/2005/8/layout/pList1"/>
    <dgm:cxn modelId="{27998A05-8538-41D3-B051-0C70492EF4B1}" type="presParOf" srcId="{DD510D03-80D6-4386-B9CC-97E5F3322277}" destId="{30A25FEA-37AF-4C00-A219-62924935A4F1}" srcOrd="6" destOrd="0" presId="urn:microsoft.com/office/officeart/2005/8/layout/pList1"/>
    <dgm:cxn modelId="{1D7D7E20-0256-4A9E-B971-46AC8123ECB8}" type="presParOf" srcId="{30A25FEA-37AF-4C00-A219-62924935A4F1}" destId="{E35A9CA0-2A94-4078-9874-C3D3EA57C87A}" srcOrd="0" destOrd="0" presId="urn:microsoft.com/office/officeart/2005/8/layout/pList1"/>
    <dgm:cxn modelId="{26FD9978-71E2-451A-A530-397438300B48}" type="presParOf" srcId="{30A25FEA-37AF-4C00-A219-62924935A4F1}" destId="{C9C9C2F2-7A59-4C5A-B3C0-27A409E77A7F}" srcOrd="1" destOrd="0" presId="urn:microsoft.com/office/officeart/2005/8/layout/pList1"/>
    <dgm:cxn modelId="{B6911B3D-5EB2-4AE5-A247-0C27CEDABF96}" type="presParOf" srcId="{DD510D03-80D6-4386-B9CC-97E5F3322277}" destId="{FF9BC55B-0CA1-46DA-A9D6-CF016E9C9FE8}" srcOrd="7" destOrd="0" presId="urn:microsoft.com/office/officeart/2005/8/layout/pList1"/>
    <dgm:cxn modelId="{7D1CD0B6-CD87-4DB4-80F6-76E8A22B3D75}" type="presParOf" srcId="{DD510D03-80D6-4386-B9CC-97E5F3322277}" destId="{4829A1EF-DFEC-4539-B1C3-F8C6097B84FE}" srcOrd="8" destOrd="0" presId="urn:microsoft.com/office/officeart/2005/8/layout/pList1"/>
    <dgm:cxn modelId="{295B664D-BCB5-492C-A43C-76C6FD4EA050}" type="presParOf" srcId="{4829A1EF-DFEC-4539-B1C3-F8C6097B84FE}" destId="{62A5C596-97B8-4860-8C2B-3DDD2CB73225}" srcOrd="0" destOrd="0" presId="urn:microsoft.com/office/officeart/2005/8/layout/pList1"/>
    <dgm:cxn modelId="{52471FF3-2B00-44BE-8B60-092BB8ECB498}" type="presParOf" srcId="{4829A1EF-DFEC-4539-B1C3-F8C6097B84FE}" destId="{6EE2FB01-AA29-431D-A846-E558BB35CE4F}" srcOrd="1" destOrd="0" presId="urn:microsoft.com/office/officeart/2005/8/layout/pList1"/>
    <dgm:cxn modelId="{46E83A39-CBB9-4F62-BF15-91A0C801512F}" type="presParOf" srcId="{DD510D03-80D6-4386-B9CC-97E5F3322277}" destId="{A4F7D991-D54F-4965-88C2-3AB8713E2B04}" srcOrd="9" destOrd="0" presId="urn:microsoft.com/office/officeart/2005/8/layout/pList1"/>
    <dgm:cxn modelId="{27BB55DA-4C9D-424F-9408-5E14294AA7CF}" type="presParOf" srcId="{DD510D03-80D6-4386-B9CC-97E5F3322277}" destId="{45DFE7A2-950B-4546-AC5C-07A7CE384A02}" srcOrd="10" destOrd="0" presId="urn:microsoft.com/office/officeart/2005/8/layout/pList1"/>
    <dgm:cxn modelId="{E9072949-FA8C-458E-9601-66782F492F98}" type="presParOf" srcId="{45DFE7A2-950B-4546-AC5C-07A7CE384A02}" destId="{FC8550AF-A7F1-47E0-A869-AEC79AB9F4B2}" srcOrd="0" destOrd="0" presId="urn:microsoft.com/office/officeart/2005/8/layout/pList1"/>
    <dgm:cxn modelId="{42C0BE7D-6A47-4D37-A41D-13151BF24B91}" type="presParOf" srcId="{45DFE7A2-950B-4546-AC5C-07A7CE384A02}" destId="{59B47476-3CF3-4B88-A185-404147CA2ED8}" srcOrd="1" destOrd="0" presId="urn:microsoft.com/office/officeart/2005/8/layout/pList1"/>
    <dgm:cxn modelId="{3E018353-4458-4E05-A18A-22107CCDF4E9}" type="presParOf" srcId="{DD510D03-80D6-4386-B9CC-97E5F3322277}" destId="{238574F2-D5A0-4F3F-9C4A-3F6FDE90A3EC}" srcOrd="11" destOrd="0" presId="urn:microsoft.com/office/officeart/2005/8/layout/pList1"/>
    <dgm:cxn modelId="{9CC91547-ED26-4D0E-8F1F-41CE48B9122A}" type="presParOf" srcId="{DD510D03-80D6-4386-B9CC-97E5F3322277}" destId="{1B43CB5E-610B-48B6-B4FC-DF8239AD79F6}" srcOrd="12" destOrd="0" presId="urn:microsoft.com/office/officeart/2005/8/layout/pList1"/>
    <dgm:cxn modelId="{E69CF41B-8AE9-45FB-8914-018A8C031F17}" type="presParOf" srcId="{1B43CB5E-610B-48B6-B4FC-DF8239AD79F6}" destId="{57AFDE88-BCC1-4B54-9914-758C321F6B86}" srcOrd="0" destOrd="0" presId="urn:microsoft.com/office/officeart/2005/8/layout/pList1"/>
    <dgm:cxn modelId="{E7CF8C1A-E070-4EF4-AC8E-B78D06C7698E}" type="presParOf" srcId="{1B43CB5E-610B-48B6-B4FC-DF8239AD79F6}" destId="{BF653B0F-4F4E-4533-B51F-3E7D8DE85297}" srcOrd="1" destOrd="0" presId="urn:microsoft.com/office/officeart/2005/8/layout/pList1"/>
    <dgm:cxn modelId="{A4F4F003-FE02-4709-BF21-8BD2841E095E}" type="presParOf" srcId="{DD510D03-80D6-4386-B9CC-97E5F3322277}" destId="{7AC4313F-25A4-4427-BB39-441BD0C96F9F}" srcOrd="13" destOrd="0" presId="urn:microsoft.com/office/officeart/2005/8/layout/pList1"/>
    <dgm:cxn modelId="{752C9033-E4CD-4F7F-8085-87619541AC3B}" type="presParOf" srcId="{DD510D03-80D6-4386-B9CC-97E5F3322277}" destId="{BFC39FC0-4F01-4F38-ADB8-4074F6D31F0F}" srcOrd="14" destOrd="0" presId="urn:microsoft.com/office/officeart/2005/8/layout/pList1"/>
    <dgm:cxn modelId="{F5ED2DB5-096D-433D-8532-60546C417E91}" type="presParOf" srcId="{BFC39FC0-4F01-4F38-ADB8-4074F6D31F0F}" destId="{9F56823A-168D-4896-89E2-4AE2D79004B8}" srcOrd="0" destOrd="0" presId="urn:microsoft.com/office/officeart/2005/8/layout/pList1"/>
    <dgm:cxn modelId="{38C4855E-D201-4477-8949-F501E3B1726B}" type="presParOf" srcId="{BFC39FC0-4F01-4F38-ADB8-4074F6D31F0F}" destId="{35210D93-3A0B-4A1C-B747-F77FC5F8A651}" srcOrd="1" destOrd="0" presId="urn:microsoft.com/office/officeart/2005/8/layout/pList1"/>
    <dgm:cxn modelId="{BE997C46-08F2-4494-B1B9-5728A2F0086B}" type="presParOf" srcId="{DD510D03-80D6-4386-B9CC-97E5F3322277}" destId="{CB3AE278-AC66-4FA7-B9C8-2436BD3DDEA3}" srcOrd="15" destOrd="0" presId="urn:microsoft.com/office/officeart/2005/8/layout/pList1"/>
    <dgm:cxn modelId="{5E66BB86-4892-43A2-A94A-66A3AD39DEB3}" type="presParOf" srcId="{DD510D03-80D6-4386-B9CC-97E5F3322277}" destId="{CB8C7133-5BB4-428E-9B9D-25A1C2F5F56D}" srcOrd="16" destOrd="0" presId="urn:microsoft.com/office/officeart/2005/8/layout/pList1"/>
    <dgm:cxn modelId="{B2BFDA9A-94A7-417D-AC9E-066FEE8F3408}" type="presParOf" srcId="{CB8C7133-5BB4-428E-9B9D-25A1C2F5F56D}" destId="{D789DF5A-B6C6-41E1-ABAF-998991345BA7}" srcOrd="0" destOrd="0" presId="urn:microsoft.com/office/officeart/2005/8/layout/pList1"/>
    <dgm:cxn modelId="{12FE1BC8-FDB2-4529-9349-8B69A4A2DA4D}" type="presParOf" srcId="{CB8C7133-5BB4-428E-9B9D-25A1C2F5F56D}" destId="{C96DE89C-D865-4B9E-8BED-6829C9D46242}" srcOrd="1" destOrd="0" presId="urn:microsoft.com/office/officeart/2005/8/layout/pList1"/>
  </dgm:cxnLst>
  <dgm:bg/>
  <dgm:whole/>
</dgm:dataModel>
</file>

<file path=ppt/diagrams/data10.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二、项目管理相关概念</a:t>
          </a:r>
          <a:endParaRPr lang="zh-CN" altLang="en-US" sz="4000" dirty="0"/>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05FCC46B-C702-4EF9-9A6C-4F251273E7AD}" type="presOf" srcId="{AB26C09D-67A0-4F1A-BD2A-D9B9F5B6A603}" destId="{E17AD282-D8A2-4C27-B59E-D314B3292384}" srcOrd="0" destOrd="0" presId="urn:microsoft.com/office/officeart/2005/8/layout/vList2"/>
    <dgm:cxn modelId="{3F1A8B10-84B7-4D05-BB01-253E3C4E8E2B}" type="presOf" srcId="{723F4E9A-15B0-40F0-AE31-3CCE57844F3B}" destId="{9E239BDD-6367-4ED4-BB2F-2F994F692FA4}" srcOrd="0" destOrd="0" presId="urn:microsoft.com/office/officeart/2005/8/layout/vList2"/>
    <dgm:cxn modelId="{432923F7-DEC1-451A-B4C1-49A276D376E3}" srcId="{723F4E9A-15B0-40F0-AE31-3CCE57844F3B}" destId="{AB26C09D-67A0-4F1A-BD2A-D9B9F5B6A603}" srcOrd="0" destOrd="0" parTransId="{92920E7C-D058-45E8-970D-AF35958976DA}" sibTransId="{E5C8B5F1-27C4-4BAA-90F6-A05BF189ED80}"/>
    <dgm:cxn modelId="{7950FAAF-E9D8-4208-89A4-9CBA51D52584}" type="presParOf" srcId="{9E239BDD-6367-4ED4-BB2F-2F994F692FA4}" destId="{E17AD282-D8A2-4C27-B59E-D314B3292384}" srcOrd="0" destOrd="0" presId="urn:microsoft.com/office/officeart/2005/8/layout/vList2"/>
  </dgm:cxnLst>
  <dgm:bg/>
  <dgm:whole/>
</dgm:dataModel>
</file>

<file path=ppt/diagrams/data11.xml><?xml version="1.0" encoding="utf-8"?>
<dgm:dataModel xmlns:dgm="http://schemas.openxmlformats.org/drawingml/2006/diagram" xmlns:a="http://schemas.openxmlformats.org/drawingml/2006/main">
  <dgm:ptLst>
    <dgm:pt modelId="{3C744684-2256-4001-BDDE-BC506DE9623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zh-CN" altLang="en-US"/>
        </a:p>
      </dgm:t>
    </dgm:pt>
    <dgm:pt modelId="{8219D60A-1BB1-45D1-82EE-663B62262115}">
      <dgm:prSet/>
      <dgm:spPr/>
      <dgm:t>
        <a:bodyPr/>
        <a:lstStyle/>
        <a:p>
          <a:pPr rtl="0"/>
          <a:r>
            <a:rPr lang="zh-CN" dirty="0" smtClean="0"/>
            <a:t>项目经理</a:t>
          </a:r>
          <a:r>
            <a:rPr lang="en-US" altLang="zh-CN" dirty="0" smtClean="0"/>
            <a:t/>
          </a:r>
          <a:br>
            <a:rPr lang="en-US" altLang="zh-CN" dirty="0" smtClean="0"/>
          </a:br>
          <a:r>
            <a:rPr lang="en-US" dirty="0" smtClean="0"/>
            <a:t>( Project Manager</a:t>
          </a:r>
          <a:br>
            <a:rPr lang="en-US" dirty="0" smtClean="0"/>
          </a:br>
          <a:r>
            <a:rPr lang="en-US" dirty="0" smtClean="0"/>
            <a:t> </a:t>
          </a:r>
          <a:r>
            <a:rPr lang="zh-CN" dirty="0" smtClean="0"/>
            <a:t>简称</a:t>
          </a:r>
          <a:r>
            <a:rPr lang="en-US" dirty="0" smtClean="0"/>
            <a:t>PM) </a:t>
          </a:r>
          <a:endParaRPr lang="en-US" dirty="0"/>
        </a:p>
      </dgm:t>
    </dgm:pt>
    <dgm:pt modelId="{D1490397-1149-4FBF-AA9A-4CA190A86A1A}" type="parTrans" cxnId="{4A6B5DF3-574A-4566-B1E7-03869ADCC43E}">
      <dgm:prSet/>
      <dgm:spPr/>
      <dgm:t>
        <a:bodyPr/>
        <a:lstStyle/>
        <a:p>
          <a:endParaRPr lang="zh-CN" altLang="en-US"/>
        </a:p>
      </dgm:t>
    </dgm:pt>
    <dgm:pt modelId="{A3FE7832-FD6A-4576-8BE1-9E65C77FB482}" type="sibTrans" cxnId="{4A6B5DF3-574A-4566-B1E7-03869ADCC43E}">
      <dgm:prSet/>
      <dgm:spPr/>
      <dgm:t>
        <a:bodyPr/>
        <a:lstStyle/>
        <a:p>
          <a:endParaRPr lang="zh-CN" altLang="en-US"/>
        </a:p>
      </dgm:t>
    </dgm:pt>
    <dgm:pt modelId="{7536B4FD-B267-4747-A2FD-FE7D7913B295}">
      <dgm:prSet/>
      <dgm:spPr/>
      <dgm:t>
        <a:bodyPr/>
        <a:lstStyle/>
        <a:p>
          <a:pPr rtl="0"/>
          <a:r>
            <a:rPr lang="en-US" dirty="0" smtClean="0"/>
            <a:t>PM</a:t>
          </a:r>
          <a:r>
            <a:rPr lang="zh-CN" dirty="0" smtClean="0"/>
            <a:t>为了全面提高项目管理水平而设立的重要管理岗位</a:t>
          </a:r>
          <a:endParaRPr lang="en-US" dirty="0"/>
        </a:p>
      </dgm:t>
    </dgm:pt>
    <dgm:pt modelId="{DA20A63C-4AA8-4509-B425-87BB748175F1}" type="parTrans" cxnId="{A8B57A6E-0D36-4227-B028-ACB545D79336}">
      <dgm:prSet/>
      <dgm:spPr/>
      <dgm:t>
        <a:bodyPr/>
        <a:lstStyle/>
        <a:p>
          <a:endParaRPr lang="zh-CN" altLang="en-US"/>
        </a:p>
      </dgm:t>
    </dgm:pt>
    <dgm:pt modelId="{65F9144A-FA97-4CC7-B860-1A4B7271ACE1}" type="sibTrans" cxnId="{A8B57A6E-0D36-4227-B028-ACB545D79336}">
      <dgm:prSet/>
      <dgm:spPr/>
      <dgm:t>
        <a:bodyPr/>
        <a:lstStyle/>
        <a:p>
          <a:endParaRPr lang="zh-CN" altLang="en-US"/>
        </a:p>
      </dgm:t>
    </dgm:pt>
    <dgm:pt modelId="{0C0760B8-746C-4EBD-B953-B3D3236D622A}">
      <dgm:prSet/>
      <dgm:spPr/>
      <dgm:t>
        <a:bodyPr/>
        <a:lstStyle/>
        <a:p>
          <a:pPr rtl="0"/>
          <a:r>
            <a:rPr lang="en-US" dirty="0" smtClean="0"/>
            <a:t>PM</a:t>
          </a:r>
          <a:r>
            <a:rPr lang="zh-CN" dirty="0" smtClean="0"/>
            <a:t>是项目成功策划和执行负总责的人</a:t>
          </a:r>
          <a:endParaRPr lang="en-US" dirty="0"/>
        </a:p>
      </dgm:t>
    </dgm:pt>
    <dgm:pt modelId="{A67CB38C-B83A-4B2F-9B46-8D6246382E9E}" type="parTrans" cxnId="{7C1D8FC9-647A-43BA-AFEB-B1F148F97D29}">
      <dgm:prSet/>
      <dgm:spPr/>
      <dgm:t>
        <a:bodyPr/>
        <a:lstStyle/>
        <a:p>
          <a:endParaRPr lang="zh-CN" altLang="en-US"/>
        </a:p>
      </dgm:t>
    </dgm:pt>
    <dgm:pt modelId="{BCAC209D-227F-44B0-8B37-5504FAD73787}" type="sibTrans" cxnId="{7C1D8FC9-647A-43BA-AFEB-B1F148F97D29}">
      <dgm:prSet/>
      <dgm:spPr/>
      <dgm:t>
        <a:bodyPr/>
        <a:lstStyle/>
        <a:p>
          <a:endParaRPr lang="zh-CN" altLang="en-US"/>
        </a:p>
      </dgm:t>
    </dgm:pt>
    <dgm:pt modelId="{452E64E2-0039-4B1F-A20E-5AD3C7B54CBA}">
      <dgm:prSet/>
      <dgm:spPr/>
      <dgm:t>
        <a:bodyPr/>
        <a:lstStyle/>
        <a:p>
          <a:pPr rtl="0"/>
          <a:r>
            <a:rPr lang="en-US" dirty="0" smtClean="0"/>
            <a:t>PM</a:t>
          </a:r>
          <a:r>
            <a:rPr lang="zh-CN" dirty="0" smtClean="0"/>
            <a:t>首要职责是在预算范围内按时优质地领导项目小组完成全部项目工作内容，并使客户满意</a:t>
          </a:r>
          <a:endParaRPr lang="en-US" dirty="0"/>
        </a:p>
      </dgm:t>
    </dgm:pt>
    <dgm:pt modelId="{97A187C4-D572-41EC-9848-19E005E6DF03}" type="parTrans" cxnId="{CBEF67EC-2B1B-4918-8B44-AC2F5F05DCA7}">
      <dgm:prSet/>
      <dgm:spPr/>
      <dgm:t>
        <a:bodyPr/>
        <a:lstStyle/>
        <a:p>
          <a:endParaRPr lang="zh-CN" altLang="en-US"/>
        </a:p>
      </dgm:t>
    </dgm:pt>
    <dgm:pt modelId="{11B7DD46-B367-4C77-9692-CE450A78B091}" type="sibTrans" cxnId="{CBEF67EC-2B1B-4918-8B44-AC2F5F05DCA7}">
      <dgm:prSet/>
      <dgm:spPr/>
      <dgm:t>
        <a:bodyPr/>
        <a:lstStyle/>
        <a:p>
          <a:endParaRPr lang="zh-CN" altLang="en-US"/>
        </a:p>
      </dgm:t>
    </dgm:pt>
    <dgm:pt modelId="{8B4F6ECD-42C3-4507-8922-03642C9644F8}" type="pres">
      <dgm:prSet presAssocID="{3C744684-2256-4001-BDDE-BC506DE96238}" presName="hierChild1" presStyleCnt="0">
        <dgm:presLayoutVars>
          <dgm:orgChart val="1"/>
          <dgm:chPref val="1"/>
          <dgm:dir/>
          <dgm:animOne val="branch"/>
          <dgm:animLvl val="lvl"/>
          <dgm:resizeHandles/>
        </dgm:presLayoutVars>
      </dgm:prSet>
      <dgm:spPr/>
      <dgm:t>
        <a:bodyPr/>
        <a:lstStyle/>
        <a:p>
          <a:endParaRPr lang="zh-CN" altLang="en-US"/>
        </a:p>
      </dgm:t>
    </dgm:pt>
    <dgm:pt modelId="{550323AD-2706-4C67-889C-9C0C8076FD5F}" type="pres">
      <dgm:prSet presAssocID="{8219D60A-1BB1-45D1-82EE-663B62262115}" presName="hierRoot1" presStyleCnt="0">
        <dgm:presLayoutVars>
          <dgm:hierBranch val="init"/>
        </dgm:presLayoutVars>
      </dgm:prSet>
      <dgm:spPr/>
    </dgm:pt>
    <dgm:pt modelId="{0981F363-5889-4EF5-985D-FABDC9105BCE}" type="pres">
      <dgm:prSet presAssocID="{8219D60A-1BB1-45D1-82EE-663B62262115}" presName="rootComposite1" presStyleCnt="0"/>
      <dgm:spPr/>
    </dgm:pt>
    <dgm:pt modelId="{AB30DDE8-D9F0-443A-B7FD-DA9D8FC545EC}" type="pres">
      <dgm:prSet presAssocID="{8219D60A-1BB1-45D1-82EE-663B62262115}" presName="rootText1" presStyleLbl="node0" presStyleIdx="0" presStyleCnt="1">
        <dgm:presLayoutVars>
          <dgm:chPref val="3"/>
        </dgm:presLayoutVars>
      </dgm:prSet>
      <dgm:spPr/>
      <dgm:t>
        <a:bodyPr/>
        <a:lstStyle/>
        <a:p>
          <a:endParaRPr lang="zh-CN" altLang="en-US"/>
        </a:p>
      </dgm:t>
    </dgm:pt>
    <dgm:pt modelId="{627BDB1B-04B7-4B68-B770-3CF32F983CB6}" type="pres">
      <dgm:prSet presAssocID="{8219D60A-1BB1-45D1-82EE-663B62262115}" presName="rootConnector1" presStyleLbl="node1" presStyleIdx="0" presStyleCnt="0"/>
      <dgm:spPr/>
      <dgm:t>
        <a:bodyPr/>
        <a:lstStyle/>
        <a:p>
          <a:endParaRPr lang="zh-CN" altLang="en-US"/>
        </a:p>
      </dgm:t>
    </dgm:pt>
    <dgm:pt modelId="{DFF9E6EB-6649-48F2-AE5D-2376E7A19AE7}" type="pres">
      <dgm:prSet presAssocID="{8219D60A-1BB1-45D1-82EE-663B62262115}" presName="hierChild2" presStyleCnt="0"/>
      <dgm:spPr/>
    </dgm:pt>
    <dgm:pt modelId="{D4FA4CBE-8F27-4B43-A993-E07B3F151CE3}" type="pres">
      <dgm:prSet presAssocID="{DA20A63C-4AA8-4509-B425-87BB748175F1}" presName="Name37" presStyleLbl="parChTrans1D2" presStyleIdx="0" presStyleCnt="3"/>
      <dgm:spPr/>
      <dgm:t>
        <a:bodyPr/>
        <a:lstStyle/>
        <a:p>
          <a:endParaRPr lang="zh-CN" altLang="en-US"/>
        </a:p>
      </dgm:t>
    </dgm:pt>
    <dgm:pt modelId="{014294C2-6883-42FC-95F7-58F2CFE9FF02}" type="pres">
      <dgm:prSet presAssocID="{7536B4FD-B267-4747-A2FD-FE7D7913B295}" presName="hierRoot2" presStyleCnt="0">
        <dgm:presLayoutVars>
          <dgm:hierBranch val="init"/>
        </dgm:presLayoutVars>
      </dgm:prSet>
      <dgm:spPr/>
    </dgm:pt>
    <dgm:pt modelId="{3672F9FA-52CE-4403-A48B-3AF57F087BD5}" type="pres">
      <dgm:prSet presAssocID="{7536B4FD-B267-4747-A2FD-FE7D7913B295}" presName="rootComposite" presStyleCnt="0"/>
      <dgm:spPr/>
    </dgm:pt>
    <dgm:pt modelId="{0159D317-C7FC-4EC7-BBF5-57D5DB0E6D46}" type="pres">
      <dgm:prSet presAssocID="{7536B4FD-B267-4747-A2FD-FE7D7913B295}" presName="rootText" presStyleLbl="node2" presStyleIdx="0" presStyleCnt="3">
        <dgm:presLayoutVars>
          <dgm:chPref val="3"/>
        </dgm:presLayoutVars>
      </dgm:prSet>
      <dgm:spPr/>
      <dgm:t>
        <a:bodyPr/>
        <a:lstStyle/>
        <a:p>
          <a:endParaRPr lang="zh-CN" altLang="en-US"/>
        </a:p>
      </dgm:t>
    </dgm:pt>
    <dgm:pt modelId="{1F4D2B5B-70E0-488B-B403-4385FA3CEFBC}" type="pres">
      <dgm:prSet presAssocID="{7536B4FD-B267-4747-A2FD-FE7D7913B295}" presName="rootConnector" presStyleLbl="node2" presStyleIdx="0" presStyleCnt="3"/>
      <dgm:spPr/>
      <dgm:t>
        <a:bodyPr/>
        <a:lstStyle/>
        <a:p>
          <a:endParaRPr lang="zh-CN" altLang="en-US"/>
        </a:p>
      </dgm:t>
    </dgm:pt>
    <dgm:pt modelId="{BABE7E07-79D0-4AD9-A11F-EFBC959A8878}" type="pres">
      <dgm:prSet presAssocID="{7536B4FD-B267-4747-A2FD-FE7D7913B295}" presName="hierChild4" presStyleCnt="0"/>
      <dgm:spPr/>
    </dgm:pt>
    <dgm:pt modelId="{49247C5A-99E7-491D-8E25-52EA62042485}" type="pres">
      <dgm:prSet presAssocID="{7536B4FD-B267-4747-A2FD-FE7D7913B295}" presName="hierChild5" presStyleCnt="0"/>
      <dgm:spPr/>
    </dgm:pt>
    <dgm:pt modelId="{53CAC032-E69D-49B6-B603-4770B46BA9F8}" type="pres">
      <dgm:prSet presAssocID="{A67CB38C-B83A-4B2F-9B46-8D6246382E9E}" presName="Name37" presStyleLbl="parChTrans1D2" presStyleIdx="1" presStyleCnt="3"/>
      <dgm:spPr/>
      <dgm:t>
        <a:bodyPr/>
        <a:lstStyle/>
        <a:p>
          <a:endParaRPr lang="zh-CN" altLang="en-US"/>
        </a:p>
      </dgm:t>
    </dgm:pt>
    <dgm:pt modelId="{FE7C7C9C-CAA4-4381-8BCA-5EB95FADAF04}" type="pres">
      <dgm:prSet presAssocID="{0C0760B8-746C-4EBD-B953-B3D3236D622A}" presName="hierRoot2" presStyleCnt="0">
        <dgm:presLayoutVars>
          <dgm:hierBranch val="init"/>
        </dgm:presLayoutVars>
      </dgm:prSet>
      <dgm:spPr/>
    </dgm:pt>
    <dgm:pt modelId="{D941A4B6-25FE-4807-8005-2962A7BC6D6B}" type="pres">
      <dgm:prSet presAssocID="{0C0760B8-746C-4EBD-B953-B3D3236D622A}" presName="rootComposite" presStyleCnt="0"/>
      <dgm:spPr/>
    </dgm:pt>
    <dgm:pt modelId="{39DA31C5-71E4-4087-BC31-3888589F0586}" type="pres">
      <dgm:prSet presAssocID="{0C0760B8-746C-4EBD-B953-B3D3236D622A}" presName="rootText" presStyleLbl="node2" presStyleIdx="1" presStyleCnt="3">
        <dgm:presLayoutVars>
          <dgm:chPref val="3"/>
        </dgm:presLayoutVars>
      </dgm:prSet>
      <dgm:spPr/>
      <dgm:t>
        <a:bodyPr/>
        <a:lstStyle/>
        <a:p>
          <a:endParaRPr lang="zh-CN" altLang="en-US"/>
        </a:p>
      </dgm:t>
    </dgm:pt>
    <dgm:pt modelId="{1AA46995-6FA0-408D-A2F6-B47F6EB6AF22}" type="pres">
      <dgm:prSet presAssocID="{0C0760B8-746C-4EBD-B953-B3D3236D622A}" presName="rootConnector" presStyleLbl="node2" presStyleIdx="1" presStyleCnt="3"/>
      <dgm:spPr/>
      <dgm:t>
        <a:bodyPr/>
        <a:lstStyle/>
        <a:p>
          <a:endParaRPr lang="zh-CN" altLang="en-US"/>
        </a:p>
      </dgm:t>
    </dgm:pt>
    <dgm:pt modelId="{A8E307C9-282A-438F-84C9-7C8042915BEF}" type="pres">
      <dgm:prSet presAssocID="{0C0760B8-746C-4EBD-B953-B3D3236D622A}" presName="hierChild4" presStyleCnt="0"/>
      <dgm:spPr/>
    </dgm:pt>
    <dgm:pt modelId="{50065A89-5AD3-409F-B40A-85C9BC74EE5D}" type="pres">
      <dgm:prSet presAssocID="{0C0760B8-746C-4EBD-B953-B3D3236D622A}" presName="hierChild5" presStyleCnt="0"/>
      <dgm:spPr/>
    </dgm:pt>
    <dgm:pt modelId="{FE43D7D7-0163-4598-ACBE-18D0F8AC9247}" type="pres">
      <dgm:prSet presAssocID="{97A187C4-D572-41EC-9848-19E005E6DF03}" presName="Name37" presStyleLbl="parChTrans1D2" presStyleIdx="2" presStyleCnt="3"/>
      <dgm:spPr/>
      <dgm:t>
        <a:bodyPr/>
        <a:lstStyle/>
        <a:p>
          <a:endParaRPr lang="zh-CN" altLang="en-US"/>
        </a:p>
      </dgm:t>
    </dgm:pt>
    <dgm:pt modelId="{D80975E6-A113-493F-857B-260E9E5AA9A5}" type="pres">
      <dgm:prSet presAssocID="{452E64E2-0039-4B1F-A20E-5AD3C7B54CBA}" presName="hierRoot2" presStyleCnt="0">
        <dgm:presLayoutVars>
          <dgm:hierBranch val="init"/>
        </dgm:presLayoutVars>
      </dgm:prSet>
      <dgm:spPr/>
    </dgm:pt>
    <dgm:pt modelId="{3380B808-13CC-49ED-AA78-90E3EEA87AB5}" type="pres">
      <dgm:prSet presAssocID="{452E64E2-0039-4B1F-A20E-5AD3C7B54CBA}" presName="rootComposite" presStyleCnt="0"/>
      <dgm:spPr/>
    </dgm:pt>
    <dgm:pt modelId="{62F3A0A3-5E5B-4C80-A8A4-CB72699CC6BC}" type="pres">
      <dgm:prSet presAssocID="{452E64E2-0039-4B1F-A20E-5AD3C7B54CBA}" presName="rootText" presStyleLbl="node2" presStyleIdx="2" presStyleCnt="3">
        <dgm:presLayoutVars>
          <dgm:chPref val="3"/>
        </dgm:presLayoutVars>
      </dgm:prSet>
      <dgm:spPr/>
      <dgm:t>
        <a:bodyPr/>
        <a:lstStyle/>
        <a:p>
          <a:endParaRPr lang="zh-CN" altLang="en-US"/>
        </a:p>
      </dgm:t>
    </dgm:pt>
    <dgm:pt modelId="{1D347941-8C20-4BD4-BAE7-F36059732147}" type="pres">
      <dgm:prSet presAssocID="{452E64E2-0039-4B1F-A20E-5AD3C7B54CBA}" presName="rootConnector" presStyleLbl="node2" presStyleIdx="2" presStyleCnt="3"/>
      <dgm:spPr/>
      <dgm:t>
        <a:bodyPr/>
        <a:lstStyle/>
        <a:p>
          <a:endParaRPr lang="zh-CN" altLang="en-US"/>
        </a:p>
      </dgm:t>
    </dgm:pt>
    <dgm:pt modelId="{0080CFC4-BDE7-484F-8E32-D65ECE220C63}" type="pres">
      <dgm:prSet presAssocID="{452E64E2-0039-4B1F-A20E-5AD3C7B54CBA}" presName="hierChild4" presStyleCnt="0"/>
      <dgm:spPr/>
    </dgm:pt>
    <dgm:pt modelId="{936361F7-E93A-4F9E-90E9-99C7FAE3E3E5}" type="pres">
      <dgm:prSet presAssocID="{452E64E2-0039-4B1F-A20E-5AD3C7B54CBA}" presName="hierChild5" presStyleCnt="0"/>
      <dgm:spPr/>
    </dgm:pt>
    <dgm:pt modelId="{D44A3EA5-FF15-46FC-A98B-7F471F7B8FBB}" type="pres">
      <dgm:prSet presAssocID="{8219D60A-1BB1-45D1-82EE-663B62262115}" presName="hierChild3" presStyleCnt="0"/>
      <dgm:spPr/>
    </dgm:pt>
  </dgm:ptLst>
  <dgm:cxnLst>
    <dgm:cxn modelId="{CBEF67EC-2B1B-4918-8B44-AC2F5F05DCA7}" srcId="{8219D60A-1BB1-45D1-82EE-663B62262115}" destId="{452E64E2-0039-4B1F-A20E-5AD3C7B54CBA}" srcOrd="2" destOrd="0" parTransId="{97A187C4-D572-41EC-9848-19E005E6DF03}" sibTransId="{11B7DD46-B367-4C77-9692-CE450A78B091}"/>
    <dgm:cxn modelId="{2547E705-E8F2-4598-9560-5593E48DD32E}" type="presOf" srcId="{0C0760B8-746C-4EBD-B953-B3D3236D622A}" destId="{39DA31C5-71E4-4087-BC31-3888589F0586}" srcOrd="0" destOrd="0" presId="urn:microsoft.com/office/officeart/2005/8/layout/orgChart1"/>
    <dgm:cxn modelId="{83CD8F57-1C9E-468E-AA98-9429AF31CD51}" type="presOf" srcId="{7536B4FD-B267-4747-A2FD-FE7D7913B295}" destId="{1F4D2B5B-70E0-488B-B403-4385FA3CEFBC}" srcOrd="1" destOrd="0" presId="urn:microsoft.com/office/officeart/2005/8/layout/orgChart1"/>
    <dgm:cxn modelId="{4E58C27A-18B7-43B3-B3AA-337D41D5A7C2}" type="presOf" srcId="{3C744684-2256-4001-BDDE-BC506DE96238}" destId="{8B4F6ECD-42C3-4507-8922-03642C9644F8}" srcOrd="0" destOrd="0" presId="urn:microsoft.com/office/officeart/2005/8/layout/orgChart1"/>
    <dgm:cxn modelId="{6F0C7D36-7432-4986-AD43-A4DC8531BA8D}" type="presOf" srcId="{8219D60A-1BB1-45D1-82EE-663B62262115}" destId="{AB30DDE8-D9F0-443A-B7FD-DA9D8FC545EC}" srcOrd="0" destOrd="0" presId="urn:microsoft.com/office/officeart/2005/8/layout/orgChart1"/>
    <dgm:cxn modelId="{4A6B5DF3-574A-4566-B1E7-03869ADCC43E}" srcId="{3C744684-2256-4001-BDDE-BC506DE96238}" destId="{8219D60A-1BB1-45D1-82EE-663B62262115}" srcOrd="0" destOrd="0" parTransId="{D1490397-1149-4FBF-AA9A-4CA190A86A1A}" sibTransId="{A3FE7832-FD6A-4576-8BE1-9E65C77FB482}"/>
    <dgm:cxn modelId="{A8B57A6E-0D36-4227-B028-ACB545D79336}" srcId="{8219D60A-1BB1-45D1-82EE-663B62262115}" destId="{7536B4FD-B267-4747-A2FD-FE7D7913B295}" srcOrd="0" destOrd="0" parTransId="{DA20A63C-4AA8-4509-B425-87BB748175F1}" sibTransId="{65F9144A-FA97-4CC7-B860-1A4B7271ACE1}"/>
    <dgm:cxn modelId="{554F8200-86F3-4B4A-9678-A2160A7886A0}" type="presOf" srcId="{A67CB38C-B83A-4B2F-9B46-8D6246382E9E}" destId="{53CAC032-E69D-49B6-B603-4770B46BA9F8}" srcOrd="0" destOrd="0" presId="urn:microsoft.com/office/officeart/2005/8/layout/orgChart1"/>
    <dgm:cxn modelId="{1223C08D-E47A-498C-B64C-CB756CBDDA6E}" type="presOf" srcId="{97A187C4-D572-41EC-9848-19E005E6DF03}" destId="{FE43D7D7-0163-4598-ACBE-18D0F8AC9247}" srcOrd="0" destOrd="0" presId="urn:microsoft.com/office/officeart/2005/8/layout/orgChart1"/>
    <dgm:cxn modelId="{BC3284D9-0487-4576-8EFF-C9ED744B9EF6}" type="presOf" srcId="{DA20A63C-4AA8-4509-B425-87BB748175F1}" destId="{D4FA4CBE-8F27-4B43-A993-E07B3F151CE3}" srcOrd="0" destOrd="0" presId="urn:microsoft.com/office/officeart/2005/8/layout/orgChart1"/>
    <dgm:cxn modelId="{F4E3BD76-194A-4EC9-94D0-34602E4A56B6}" type="presOf" srcId="{7536B4FD-B267-4747-A2FD-FE7D7913B295}" destId="{0159D317-C7FC-4EC7-BBF5-57D5DB0E6D46}" srcOrd="0" destOrd="0" presId="urn:microsoft.com/office/officeart/2005/8/layout/orgChart1"/>
    <dgm:cxn modelId="{0B888C1E-8869-43B4-83BA-8FE2D560CD23}" type="presOf" srcId="{452E64E2-0039-4B1F-A20E-5AD3C7B54CBA}" destId="{1D347941-8C20-4BD4-BAE7-F36059732147}" srcOrd="1" destOrd="0" presId="urn:microsoft.com/office/officeart/2005/8/layout/orgChart1"/>
    <dgm:cxn modelId="{7C1D8FC9-647A-43BA-AFEB-B1F148F97D29}" srcId="{8219D60A-1BB1-45D1-82EE-663B62262115}" destId="{0C0760B8-746C-4EBD-B953-B3D3236D622A}" srcOrd="1" destOrd="0" parTransId="{A67CB38C-B83A-4B2F-9B46-8D6246382E9E}" sibTransId="{BCAC209D-227F-44B0-8B37-5504FAD73787}"/>
    <dgm:cxn modelId="{F3B719BF-FFC8-4505-B044-35DA6C38FD52}" type="presOf" srcId="{0C0760B8-746C-4EBD-B953-B3D3236D622A}" destId="{1AA46995-6FA0-408D-A2F6-B47F6EB6AF22}" srcOrd="1" destOrd="0" presId="urn:microsoft.com/office/officeart/2005/8/layout/orgChart1"/>
    <dgm:cxn modelId="{05C29C9A-1C60-4599-8C91-FFACFB587FE8}" type="presOf" srcId="{452E64E2-0039-4B1F-A20E-5AD3C7B54CBA}" destId="{62F3A0A3-5E5B-4C80-A8A4-CB72699CC6BC}" srcOrd="0" destOrd="0" presId="urn:microsoft.com/office/officeart/2005/8/layout/orgChart1"/>
    <dgm:cxn modelId="{0BCFF153-D11E-46E8-83E2-19C2C4498066}" type="presOf" srcId="{8219D60A-1BB1-45D1-82EE-663B62262115}" destId="{627BDB1B-04B7-4B68-B770-3CF32F983CB6}" srcOrd="1" destOrd="0" presId="urn:microsoft.com/office/officeart/2005/8/layout/orgChart1"/>
    <dgm:cxn modelId="{BDD35B02-D7B6-4FAC-AAD7-988E3BF998B1}" type="presParOf" srcId="{8B4F6ECD-42C3-4507-8922-03642C9644F8}" destId="{550323AD-2706-4C67-889C-9C0C8076FD5F}" srcOrd="0" destOrd="0" presId="urn:microsoft.com/office/officeart/2005/8/layout/orgChart1"/>
    <dgm:cxn modelId="{9FE45904-71E9-4F69-BF3E-D1B4976017E6}" type="presParOf" srcId="{550323AD-2706-4C67-889C-9C0C8076FD5F}" destId="{0981F363-5889-4EF5-985D-FABDC9105BCE}" srcOrd="0" destOrd="0" presId="urn:microsoft.com/office/officeart/2005/8/layout/orgChart1"/>
    <dgm:cxn modelId="{DB73302C-4536-4753-8A6D-9CA5C2F09F68}" type="presParOf" srcId="{0981F363-5889-4EF5-985D-FABDC9105BCE}" destId="{AB30DDE8-D9F0-443A-B7FD-DA9D8FC545EC}" srcOrd="0" destOrd="0" presId="urn:microsoft.com/office/officeart/2005/8/layout/orgChart1"/>
    <dgm:cxn modelId="{886C93E8-1370-4725-9113-3D2E831B9807}" type="presParOf" srcId="{0981F363-5889-4EF5-985D-FABDC9105BCE}" destId="{627BDB1B-04B7-4B68-B770-3CF32F983CB6}" srcOrd="1" destOrd="0" presId="urn:microsoft.com/office/officeart/2005/8/layout/orgChart1"/>
    <dgm:cxn modelId="{8CB6EEAF-D952-46F2-ACB4-38FBD259D81C}" type="presParOf" srcId="{550323AD-2706-4C67-889C-9C0C8076FD5F}" destId="{DFF9E6EB-6649-48F2-AE5D-2376E7A19AE7}" srcOrd="1" destOrd="0" presId="urn:microsoft.com/office/officeart/2005/8/layout/orgChart1"/>
    <dgm:cxn modelId="{6D6457A7-B81C-477C-B17A-67D9E184D6FC}" type="presParOf" srcId="{DFF9E6EB-6649-48F2-AE5D-2376E7A19AE7}" destId="{D4FA4CBE-8F27-4B43-A993-E07B3F151CE3}" srcOrd="0" destOrd="0" presId="urn:microsoft.com/office/officeart/2005/8/layout/orgChart1"/>
    <dgm:cxn modelId="{4A9412EF-80F2-435E-BD81-74C3D1D5BB83}" type="presParOf" srcId="{DFF9E6EB-6649-48F2-AE5D-2376E7A19AE7}" destId="{014294C2-6883-42FC-95F7-58F2CFE9FF02}" srcOrd="1" destOrd="0" presId="urn:microsoft.com/office/officeart/2005/8/layout/orgChart1"/>
    <dgm:cxn modelId="{AA15A271-0611-4AE0-B5B9-003CD95C1780}" type="presParOf" srcId="{014294C2-6883-42FC-95F7-58F2CFE9FF02}" destId="{3672F9FA-52CE-4403-A48B-3AF57F087BD5}" srcOrd="0" destOrd="0" presId="urn:microsoft.com/office/officeart/2005/8/layout/orgChart1"/>
    <dgm:cxn modelId="{AC7B0067-3054-4EE7-89F5-C58FEB25D8A5}" type="presParOf" srcId="{3672F9FA-52CE-4403-A48B-3AF57F087BD5}" destId="{0159D317-C7FC-4EC7-BBF5-57D5DB0E6D46}" srcOrd="0" destOrd="0" presId="urn:microsoft.com/office/officeart/2005/8/layout/orgChart1"/>
    <dgm:cxn modelId="{E6DC72D8-418A-492C-BC2E-3C1CB31BE673}" type="presParOf" srcId="{3672F9FA-52CE-4403-A48B-3AF57F087BD5}" destId="{1F4D2B5B-70E0-488B-B403-4385FA3CEFBC}" srcOrd="1" destOrd="0" presId="urn:microsoft.com/office/officeart/2005/8/layout/orgChart1"/>
    <dgm:cxn modelId="{D46BF5CB-4B54-41C3-A076-4C8B7A9BE13E}" type="presParOf" srcId="{014294C2-6883-42FC-95F7-58F2CFE9FF02}" destId="{BABE7E07-79D0-4AD9-A11F-EFBC959A8878}" srcOrd="1" destOrd="0" presId="urn:microsoft.com/office/officeart/2005/8/layout/orgChart1"/>
    <dgm:cxn modelId="{879FCB88-097D-4772-9BEB-A330B21C23D1}" type="presParOf" srcId="{014294C2-6883-42FC-95F7-58F2CFE9FF02}" destId="{49247C5A-99E7-491D-8E25-52EA62042485}" srcOrd="2" destOrd="0" presId="urn:microsoft.com/office/officeart/2005/8/layout/orgChart1"/>
    <dgm:cxn modelId="{601F80DA-12B5-4B39-AD77-DFC8531AFE26}" type="presParOf" srcId="{DFF9E6EB-6649-48F2-AE5D-2376E7A19AE7}" destId="{53CAC032-E69D-49B6-B603-4770B46BA9F8}" srcOrd="2" destOrd="0" presId="urn:microsoft.com/office/officeart/2005/8/layout/orgChart1"/>
    <dgm:cxn modelId="{E2D1B7D3-21D0-4ACB-AEEA-46CCAC10B636}" type="presParOf" srcId="{DFF9E6EB-6649-48F2-AE5D-2376E7A19AE7}" destId="{FE7C7C9C-CAA4-4381-8BCA-5EB95FADAF04}" srcOrd="3" destOrd="0" presId="urn:microsoft.com/office/officeart/2005/8/layout/orgChart1"/>
    <dgm:cxn modelId="{8E49FC67-7422-4719-916A-5DB4FC9262D2}" type="presParOf" srcId="{FE7C7C9C-CAA4-4381-8BCA-5EB95FADAF04}" destId="{D941A4B6-25FE-4807-8005-2962A7BC6D6B}" srcOrd="0" destOrd="0" presId="urn:microsoft.com/office/officeart/2005/8/layout/orgChart1"/>
    <dgm:cxn modelId="{1E8E52DC-21BE-42D5-A9EC-B5A2059A56F9}" type="presParOf" srcId="{D941A4B6-25FE-4807-8005-2962A7BC6D6B}" destId="{39DA31C5-71E4-4087-BC31-3888589F0586}" srcOrd="0" destOrd="0" presId="urn:microsoft.com/office/officeart/2005/8/layout/orgChart1"/>
    <dgm:cxn modelId="{D3F63B7F-272B-49BB-857B-F037EE723679}" type="presParOf" srcId="{D941A4B6-25FE-4807-8005-2962A7BC6D6B}" destId="{1AA46995-6FA0-408D-A2F6-B47F6EB6AF22}" srcOrd="1" destOrd="0" presId="urn:microsoft.com/office/officeart/2005/8/layout/orgChart1"/>
    <dgm:cxn modelId="{C99948B7-6B4C-42BE-AF94-056C5E16D3CF}" type="presParOf" srcId="{FE7C7C9C-CAA4-4381-8BCA-5EB95FADAF04}" destId="{A8E307C9-282A-438F-84C9-7C8042915BEF}" srcOrd="1" destOrd="0" presId="urn:microsoft.com/office/officeart/2005/8/layout/orgChart1"/>
    <dgm:cxn modelId="{3ABF6E79-1FD8-4D78-BAB6-1D422E4A94E6}" type="presParOf" srcId="{FE7C7C9C-CAA4-4381-8BCA-5EB95FADAF04}" destId="{50065A89-5AD3-409F-B40A-85C9BC74EE5D}" srcOrd="2" destOrd="0" presId="urn:microsoft.com/office/officeart/2005/8/layout/orgChart1"/>
    <dgm:cxn modelId="{6B10842B-70EC-4BAF-A55E-DC72367C95C1}" type="presParOf" srcId="{DFF9E6EB-6649-48F2-AE5D-2376E7A19AE7}" destId="{FE43D7D7-0163-4598-ACBE-18D0F8AC9247}" srcOrd="4" destOrd="0" presId="urn:microsoft.com/office/officeart/2005/8/layout/orgChart1"/>
    <dgm:cxn modelId="{122CAD08-1CA0-4585-B35D-8E581FA0D22F}" type="presParOf" srcId="{DFF9E6EB-6649-48F2-AE5D-2376E7A19AE7}" destId="{D80975E6-A113-493F-857B-260E9E5AA9A5}" srcOrd="5" destOrd="0" presId="urn:microsoft.com/office/officeart/2005/8/layout/orgChart1"/>
    <dgm:cxn modelId="{E9690489-495B-48C2-AEE5-48D448902D48}" type="presParOf" srcId="{D80975E6-A113-493F-857B-260E9E5AA9A5}" destId="{3380B808-13CC-49ED-AA78-90E3EEA87AB5}" srcOrd="0" destOrd="0" presId="urn:microsoft.com/office/officeart/2005/8/layout/orgChart1"/>
    <dgm:cxn modelId="{C474B726-A08F-46E5-B3B6-8320E2A44A07}" type="presParOf" srcId="{3380B808-13CC-49ED-AA78-90E3EEA87AB5}" destId="{62F3A0A3-5E5B-4C80-A8A4-CB72699CC6BC}" srcOrd="0" destOrd="0" presId="urn:microsoft.com/office/officeart/2005/8/layout/orgChart1"/>
    <dgm:cxn modelId="{166417AB-7FA5-4B42-B98F-3322706453E6}" type="presParOf" srcId="{3380B808-13CC-49ED-AA78-90E3EEA87AB5}" destId="{1D347941-8C20-4BD4-BAE7-F36059732147}" srcOrd="1" destOrd="0" presId="urn:microsoft.com/office/officeart/2005/8/layout/orgChart1"/>
    <dgm:cxn modelId="{E0D1ED61-3FA7-428C-8D00-9A1690EE2A91}" type="presParOf" srcId="{D80975E6-A113-493F-857B-260E9E5AA9A5}" destId="{0080CFC4-BDE7-484F-8E32-D65ECE220C63}" srcOrd="1" destOrd="0" presId="urn:microsoft.com/office/officeart/2005/8/layout/orgChart1"/>
    <dgm:cxn modelId="{B67F7864-0543-4564-AE92-9CE01D2919A5}" type="presParOf" srcId="{D80975E6-A113-493F-857B-260E9E5AA9A5}" destId="{936361F7-E93A-4F9E-90E9-99C7FAE3E3E5}" srcOrd="2" destOrd="0" presId="urn:microsoft.com/office/officeart/2005/8/layout/orgChart1"/>
    <dgm:cxn modelId="{4F082EE5-F731-41BE-A388-77D938E704AA}" type="presParOf" srcId="{550323AD-2706-4C67-889C-9C0C8076FD5F}" destId="{D44A3EA5-FF15-46FC-A98B-7F471F7B8FBB}" srcOrd="2" destOrd="0" presId="urn:microsoft.com/office/officeart/2005/8/layout/orgChart1"/>
  </dgm:cxnLst>
  <dgm:bg/>
  <dgm:whole/>
</dgm:dataModel>
</file>

<file path=ppt/diagrams/data12.xml><?xml version="1.0" encoding="utf-8"?>
<dgm:dataModel xmlns:dgm="http://schemas.openxmlformats.org/drawingml/2006/diagram" xmlns:a="http://schemas.openxmlformats.org/drawingml/2006/main">
  <dgm:ptLst>
    <dgm:pt modelId="{3CEB7230-EA5B-4C5F-A8CA-24FD6EA644A8}"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zh-CN" altLang="en-US"/>
        </a:p>
      </dgm:t>
    </dgm:pt>
    <dgm:pt modelId="{C7586B18-51B9-413E-95DA-60F91221B622}">
      <dgm:prSet/>
      <dgm:spPr/>
      <dgm:t>
        <a:bodyPr/>
        <a:lstStyle/>
        <a:p>
          <a:pPr rtl="0"/>
          <a:r>
            <a:rPr lang="zh-CN" dirty="0" smtClean="0"/>
            <a:t>需求</a:t>
          </a:r>
          <a:r>
            <a:rPr lang="en-US" altLang="zh-CN" dirty="0" smtClean="0"/>
            <a:t/>
          </a:r>
          <a:br>
            <a:rPr lang="en-US" altLang="zh-CN" dirty="0" smtClean="0"/>
          </a:br>
          <a:r>
            <a:rPr lang="zh-CN" dirty="0" smtClean="0"/>
            <a:t>收集</a:t>
          </a:r>
          <a:endParaRPr lang="zh-CN" dirty="0"/>
        </a:p>
      </dgm:t>
    </dgm:pt>
    <dgm:pt modelId="{BA079C79-3BE2-47E7-A12E-52E4556CE64D}" type="parTrans" cxnId="{B7A66D51-EEED-4839-82DF-9CCBE0C2C778}">
      <dgm:prSet/>
      <dgm:spPr/>
      <dgm:t>
        <a:bodyPr/>
        <a:lstStyle/>
        <a:p>
          <a:endParaRPr lang="zh-CN" altLang="en-US"/>
        </a:p>
      </dgm:t>
    </dgm:pt>
    <dgm:pt modelId="{190B5733-25A3-4A41-80A3-E996D416A91E}" type="sibTrans" cxnId="{B7A66D51-EEED-4839-82DF-9CCBE0C2C778}">
      <dgm:prSet/>
      <dgm:spPr/>
      <dgm:t>
        <a:bodyPr/>
        <a:lstStyle/>
        <a:p>
          <a:endParaRPr lang="zh-CN" altLang="en-US"/>
        </a:p>
      </dgm:t>
    </dgm:pt>
    <dgm:pt modelId="{9BE670FC-E3E1-4140-92D1-513F8EC8DDEC}">
      <dgm:prSet/>
      <dgm:spPr/>
      <dgm:t>
        <a:bodyPr/>
        <a:lstStyle/>
        <a:p>
          <a:pPr rtl="0"/>
          <a:r>
            <a:rPr lang="zh-CN" altLang="en-US" dirty="0" smtClean="0"/>
            <a:t>概要</a:t>
          </a:r>
          <a:r>
            <a:rPr lang="en-US" altLang="zh-CN" dirty="0" smtClean="0"/>
            <a:t/>
          </a:r>
          <a:br>
            <a:rPr lang="en-US" altLang="zh-CN" dirty="0" smtClean="0"/>
          </a:br>
          <a:r>
            <a:rPr lang="zh-CN" altLang="en-US" dirty="0" smtClean="0"/>
            <a:t>设计</a:t>
          </a:r>
          <a:endParaRPr lang="zh-CN" dirty="0"/>
        </a:p>
      </dgm:t>
    </dgm:pt>
    <dgm:pt modelId="{92ACF0B8-8117-463F-BE69-FAA1F8B4996A}" type="parTrans" cxnId="{BEDDE7F0-873A-49FB-8F55-F4172F8FB915}">
      <dgm:prSet/>
      <dgm:spPr/>
      <dgm:t>
        <a:bodyPr/>
        <a:lstStyle/>
        <a:p>
          <a:endParaRPr lang="zh-CN" altLang="en-US"/>
        </a:p>
      </dgm:t>
    </dgm:pt>
    <dgm:pt modelId="{72BC8999-18E5-4ED7-8AB1-73154019092F}" type="sibTrans" cxnId="{BEDDE7F0-873A-49FB-8F55-F4172F8FB915}">
      <dgm:prSet/>
      <dgm:spPr/>
      <dgm:t>
        <a:bodyPr/>
        <a:lstStyle/>
        <a:p>
          <a:endParaRPr lang="zh-CN" altLang="en-US"/>
        </a:p>
      </dgm:t>
    </dgm:pt>
    <dgm:pt modelId="{39272E24-938F-448B-B225-FBB7694AB6F5}">
      <dgm:prSet/>
      <dgm:spPr/>
      <dgm:t>
        <a:bodyPr/>
        <a:lstStyle/>
        <a:p>
          <a:pPr rtl="0"/>
          <a:r>
            <a:rPr lang="zh-CN" altLang="en-US" dirty="0" smtClean="0"/>
            <a:t>详细</a:t>
          </a:r>
          <a:r>
            <a:rPr lang="en-US" altLang="zh-CN" dirty="0" smtClean="0"/>
            <a:t/>
          </a:r>
          <a:br>
            <a:rPr lang="en-US" altLang="zh-CN" dirty="0" smtClean="0"/>
          </a:br>
          <a:r>
            <a:rPr lang="zh-CN" altLang="en-US" dirty="0" smtClean="0"/>
            <a:t>设计</a:t>
          </a:r>
          <a:endParaRPr lang="zh-CN" dirty="0"/>
        </a:p>
      </dgm:t>
    </dgm:pt>
    <dgm:pt modelId="{A6F18191-D33F-4A9D-B70A-0EC7573C02BC}" type="parTrans" cxnId="{1CAAA898-F20A-4246-8E24-2DC64394A3DF}">
      <dgm:prSet/>
      <dgm:spPr/>
      <dgm:t>
        <a:bodyPr/>
        <a:lstStyle/>
        <a:p>
          <a:endParaRPr lang="zh-CN" altLang="en-US"/>
        </a:p>
      </dgm:t>
    </dgm:pt>
    <dgm:pt modelId="{334BDFA8-0EDA-4183-93F4-2E31A8C8AF4C}" type="sibTrans" cxnId="{1CAAA898-F20A-4246-8E24-2DC64394A3DF}">
      <dgm:prSet/>
      <dgm:spPr/>
      <dgm:t>
        <a:bodyPr/>
        <a:lstStyle/>
        <a:p>
          <a:endParaRPr lang="zh-CN" altLang="en-US"/>
        </a:p>
      </dgm:t>
    </dgm:pt>
    <dgm:pt modelId="{185031D7-443C-4A9E-B4FD-9A92ADB79FFB}">
      <dgm:prSet/>
      <dgm:spPr/>
      <dgm:t>
        <a:bodyPr/>
        <a:lstStyle/>
        <a:p>
          <a:r>
            <a:rPr lang="zh-CN" altLang="en-US" dirty="0" smtClean="0"/>
            <a:t>编码</a:t>
          </a:r>
          <a:endParaRPr lang="zh-CN" altLang="en-US" dirty="0"/>
        </a:p>
      </dgm:t>
    </dgm:pt>
    <dgm:pt modelId="{5F5E10A0-7E3C-475D-924C-BCB9CD82088C}" type="parTrans" cxnId="{463E0742-A1CE-4BD0-BE17-DD7A69546EB9}">
      <dgm:prSet/>
      <dgm:spPr/>
      <dgm:t>
        <a:bodyPr/>
        <a:lstStyle/>
        <a:p>
          <a:endParaRPr lang="zh-CN" altLang="en-US"/>
        </a:p>
      </dgm:t>
    </dgm:pt>
    <dgm:pt modelId="{85EC3942-474C-490E-A68E-61A38D25EF2E}" type="sibTrans" cxnId="{463E0742-A1CE-4BD0-BE17-DD7A69546EB9}">
      <dgm:prSet/>
      <dgm:spPr/>
      <dgm:t>
        <a:bodyPr/>
        <a:lstStyle/>
        <a:p>
          <a:endParaRPr lang="zh-CN" altLang="en-US"/>
        </a:p>
      </dgm:t>
    </dgm:pt>
    <dgm:pt modelId="{3A48DC85-BFFC-424C-AA5D-3D46A25F2F87}">
      <dgm:prSet/>
      <dgm:spPr/>
      <dgm:t>
        <a:bodyPr/>
        <a:lstStyle/>
        <a:p>
          <a:r>
            <a:rPr lang="zh-CN" altLang="en-US" dirty="0" smtClean="0"/>
            <a:t>测试</a:t>
          </a:r>
          <a:endParaRPr lang="zh-CN" altLang="en-US" dirty="0"/>
        </a:p>
      </dgm:t>
    </dgm:pt>
    <dgm:pt modelId="{6B386072-552D-4611-9B23-8C55A285F507}" type="parTrans" cxnId="{2D46D335-64EE-4E14-BC65-74278677FA4C}">
      <dgm:prSet/>
      <dgm:spPr/>
      <dgm:t>
        <a:bodyPr/>
        <a:lstStyle/>
        <a:p>
          <a:endParaRPr lang="zh-CN" altLang="en-US"/>
        </a:p>
      </dgm:t>
    </dgm:pt>
    <dgm:pt modelId="{0585FAD8-DB15-4F8F-948A-38AE65DD3689}" type="sibTrans" cxnId="{2D46D335-64EE-4E14-BC65-74278677FA4C}">
      <dgm:prSet/>
      <dgm:spPr/>
      <dgm:t>
        <a:bodyPr/>
        <a:lstStyle/>
        <a:p>
          <a:endParaRPr lang="zh-CN" altLang="en-US"/>
        </a:p>
      </dgm:t>
    </dgm:pt>
    <dgm:pt modelId="{53266FC6-F503-4F43-B63D-70B3FB87DF0A}">
      <dgm:prSet/>
      <dgm:spPr/>
      <dgm:t>
        <a:bodyPr/>
        <a:lstStyle/>
        <a:p>
          <a:r>
            <a:rPr lang="zh-CN" altLang="en-US" dirty="0" smtClean="0"/>
            <a:t>安装</a:t>
          </a:r>
          <a:endParaRPr lang="zh-CN" altLang="en-US" dirty="0"/>
        </a:p>
      </dgm:t>
    </dgm:pt>
    <dgm:pt modelId="{572286CF-3E41-4095-9293-243B67690194}" type="parTrans" cxnId="{5C54C70A-8D8A-424A-8889-0801404C0DAB}">
      <dgm:prSet/>
      <dgm:spPr/>
      <dgm:t>
        <a:bodyPr/>
        <a:lstStyle/>
        <a:p>
          <a:endParaRPr lang="zh-CN" altLang="en-US"/>
        </a:p>
      </dgm:t>
    </dgm:pt>
    <dgm:pt modelId="{9B1C02AA-1F93-4617-909E-A8015419B80C}" type="sibTrans" cxnId="{5C54C70A-8D8A-424A-8889-0801404C0DAB}">
      <dgm:prSet/>
      <dgm:spPr/>
      <dgm:t>
        <a:bodyPr/>
        <a:lstStyle/>
        <a:p>
          <a:endParaRPr lang="zh-CN" altLang="en-US"/>
        </a:p>
      </dgm:t>
    </dgm:pt>
    <dgm:pt modelId="{2C5A110B-730D-421B-9C62-869F979A38C0}" type="pres">
      <dgm:prSet presAssocID="{3CEB7230-EA5B-4C5F-A8CA-24FD6EA644A8}" presName="Name0" presStyleCnt="0">
        <dgm:presLayoutVars>
          <dgm:dir/>
          <dgm:animLvl val="lvl"/>
          <dgm:resizeHandles val="exact"/>
        </dgm:presLayoutVars>
      </dgm:prSet>
      <dgm:spPr/>
      <dgm:t>
        <a:bodyPr/>
        <a:lstStyle/>
        <a:p>
          <a:endParaRPr lang="zh-CN" altLang="en-US"/>
        </a:p>
      </dgm:t>
    </dgm:pt>
    <dgm:pt modelId="{7CCBF7F1-BEF1-4CCC-9440-0B0785554129}" type="pres">
      <dgm:prSet presAssocID="{C7586B18-51B9-413E-95DA-60F91221B622}" presName="parTxOnly" presStyleLbl="node1" presStyleIdx="0" presStyleCnt="6">
        <dgm:presLayoutVars>
          <dgm:chMax val="0"/>
          <dgm:chPref val="0"/>
          <dgm:bulletEnabled val="1"/>
        </dgm:presLayoutVars>
      </dgm:prSet>
      <dgm:spPr/>
      <dgm:t>
        <a:bodyPr/>
        <a:lstStyle/>
        <a:p>
          <a:endParaRPr lang="zh-CN" altLang="en-US"/>
        </a:p>
      </dgm:t>
    </dgm:pt>
    <dgm:pt modelId="{D2300650-43C4-41CA-ADFD-A3377BCF234B}" type="pres">
      <dgm:prSet presAssocID="{190B5733-25A3-4A41-80A3-E996D416A91E}" presName="parTxOnlySpace" presStyleCnt="0"/>
      <dgm:spPr/>
    </dgm:pt>
    <dgm:pt modelId="{B0D49492-8EF8-4EDB-A8FA-7311F7765E5C}" type="pres">
      <dgm:prSet presAssocID="{9BE670FC-E3E1-4140-92D1-513F8EC8DDEC}" presName="parTxOnly" presStyleLbl="node1" presStyleIdx="1" presStyleCnt="6">
        <dgm:presLayoutVars>
          <dgm:chMax val="0"/>
          <dgm:chPref val="0"/>
          <dgm:bulletEnabled val="1"/>
        </dgm:presLayoutVars>
      </dgm:prSet>
      <dgm:spPr/>
      <dgm:t>
        <a:bodyPr/>
        <a:lstStyle/>
        <a:p>
          <a:endParaRPr lang="zh-CN" altLang="en-US"/>
        </a:p>
      </dgm:t>
    </dgm:pt>
    <dgm:pt modelId="{C3CF322C-0D51-4AC4-8F3B-4BCBEB78DE7F}" type="pres">
      <dgm:prSet presAssocID="{72BC8999-18E5-4ED7-8AB1-73154019092F}" presName="parTxOnlySpace" presStyleCnt="0"/>
      <dgm:spPr/>
    </dgm:pt>
    <dgm:pt modelId="{FC84FE84-EAA6-4E6F-83CE-78DF814AB704}" type="pres">
      <dgm:prSet presAssocID="{39272E24-938F-448B-B225-FBB7694AB6F5}" presName="parTxOnly" presStyleLbl="node1" presStyleIdx="2" presStyleCnt="6">
        <dgm:presLayoutVars>
          <dgm:chMax val="0"/>
          <dgm:chPref val="0"/>
          <dgm:bulletEnabled val="1"/>
        </dgm:presLayoutVars>
      </dgm:prSet>
      <dgm:spPr/>
      <dgm:t>
        <a:bodyPr/>
        <a:lstStyle/>
        <a:p>
          <a:endParaRPr lang="zh-CN" altLang="en-US"/>
        </a:p>
      </dgm:t>
    </dgm:pt>
    <dgm:pt modelId="{EC83F26C-C442-4653-8195-5481A299CF88}" type="pres">
      <dgm:prSet presAssocID="{334BDFA8-0EDA-4183-93F4-2E31A8C8AF4C}" presName="parTxOnlySpace" presStyleCnt="0"/>
      <dgm:spPr/>
    </dgm:pt>
    <dgm:pt modelId="{E8F4D6CD-8D6E-4871-8833-3752468D18C9}" type="pres">
      <dgm:prSet presAssocID="{185031D7-443C-4A9E-B4FD-9A92ADB79FFB}" presName="parTxOnly" presStyleLbl="node1" presStyleIdx="3" presStyleCnt="6">
        <dgm:presLayoutVars>
          <dgm:chMax val="0"/>
          <dgm:chPref val="0"/>
          <dgm:bulletEnabled val="1"/>
        </dgm:presLayoutVars>
      </dgm:prSet>
      <dgm:spPr/>
      <dgm:t>
        <a:bodyPr/>
        <a:lstStyle/>
        <a:p>
          <a:endParaRPr lang="zh-CN" altLang="en-US"/>
        </a:p>
      </dgm:t>
    </dgm:pt>
    <dgm:pt modelId="{CA7847F4-2A30-4EE9-A8BE-153E9CA4D484}" type="pres">
      <dgm:prSet presAssocID="{85EC3942-474C-490E-A68E-61A38D25EF2E}" presName="parTxOnlySpace" presStyleCnt="0"/>
      <dgm:spPr/>
    </dgm:pt>
    <dgm:pt modelId="{59B3A6EB-B7D4-4674-99B6-92ACD2D449F5}" type="pres">
      <dgm:prSet presAssocID="{3A48DC85-BFFC-424C-AA5D-3D46A25F2F87}" presName="parTxOnly" presStyleLbl="node1" presStyleIdx="4" presStyleCnt="6">
        <dgm:presLayoutVars>
          <dgm:chMax val="0"/>
          <dgm:chPref val="0"/>
          <dgm:bulletEnabled val="1"/>
        </dgm:presLayoutVars>
      </dgm:prSet>
      <dgm:spPr/>
      <dgm:t>
        <a:bodyPr/>
        <a:lstStyle/>
        <a:p>
          <a:endParaRPr lang="zh-CN" altLang="en-US"/>
        </a:p>
      </dgm:t>
    </dgm:pt>
    <dgm:pt modelId="{7356A87E-0DA7-4099-B445-421104ED73B2}" type="pres">
      <dgm:prSet presAssocID="{0585FAD8-DB15-4F8F-948A-38AE65DD3689}" presName="parTxOnlySpace" presStyleCnt="0"/>
      <dgm:spPr/>
    </dgm:pt>
    <dgm:pt modelId="{B43A7F0B-1C8F-4801-93B8-0D316A0FB135}" type="pres">
      <dgm:prSet presAssocID="{53266FC6-F503-4F43-B63D-70B3FB87DF0A}" presName="parTxOnly" presStyleLbl="node1" presStyleIdx="5" presStyleCnt="6">
        <dgm:presLayoutVars>
          <dgm:chMax val="0"/>
          <dgm:chPref val="0"/>
          <dgm:bulletEnabled val="1"/>
        </dgm:presLayoutVars>
      </dgm:prSet>
      <dgm:spPr/>
      <dgm:t>
        <a:bodyPr/>
        <a:lstStyle/>
        <a:p>
          <a:endParaRPr lang="zh-CN" altLang="en-US"/>
        </a:p>
      </dgm:t>
    </dgm:pt>
  </dgm:ptLst>
  <dgm:cxnLst>
    <dgm:cxn modelId="{2D46D335-64EE-4E14-BC65-74278677FA4C}" srcId="{3CEB7230-EA5B-4C5F-A8CA-24FD6EA644A8}" destId="{3A48DC85-BFFC-424C-AA5D-3D46A25F2F87}" srcOrd="4" destOrd="0" parTransId="{6B386072-552D-4611-9B23-8C55A285F507}" sibTransId="{0585FAD8-DB15-4F8F-948A-38AE65DD3689}"/>
    <dgm:cxn modelId="{E0B33653-28E2-410E-B4F8-89BB317ECF8D}" type="presOf" srcId="{9BE670FC-E3E1-4140-92D1-513F8EC8DDEC}" destId="{B0D49492-8EF8-4EDB-A8FA-7311F7765E5C}" srcOrd="0" destOrd="0" presId="urn:microsoft.com/office/officeart/2005/8/layout/chevron1"/>
    <dgm:cxn modelId="{1CAAA898-F20A-4246-8E24-2DC64394A3DF}" srcId="{3CEB7230-EA5B-4C5F-A8CA-24FD6EA644A8}" destId="{39272E24-938F-448B-B225-FBB7694AB6F5}" srcOrd="2" destOrd="0" parTransId="{A6F18191-D33F-4A9D-B70A-0EC7573C02BC}" sibTransId="{334BDFA8-0EDA-4183-93F4-2E31A8C8AF4C}"/>
    <dgm:cxn modelId="{BEDDE7F0-873A-49FB-8F55-F4172F8FB915}" srcId="{3CEB7230-EA5B-4C5F-A8CA-24FD6EA644A8}" destId="{9BE670FC-E3E1-4140-92D1-513F8EC8DDEC}" srcOrd="1" destOrd="0" parTransId="{92ACF0B8-8117-463F-BE69-FAA1F8B4996A}" sibTransId="{72BC8999-18E5-4ED7-8AB1-73154019092F}"/>
    <dgm:cxn modelId="{AD74D246-0B64-4742-B8AA-8090F0FE7A3F}" type="presOf" srcId="{53266FC6-F503-4F43-B63D-70B3FB87DF0A}" destId="{B43A7F0B-1C8F-4801-93B8-0D316A0FB135}" srcOrd="0" destOrd="0" presId="urn:microsoft.com/office/officeart/2005/8/layout/chevron1"/>
    <dgm:cxn modelId="{141D13D5-EA84-42D1-B26A-9956F10A5BA3}" type="presOf" srcId="{C7586B18-51B9-413E-95DA-60F91221B622}" destId="{7CCBF7F1-BEF1-4CCC-9440-0B0785554129}" srcOrd="0" destOrd="0" presId="urn:microsoft.com/office/officeart/2005/8/layout/chevron1"/>
    <dgm:cxn modelId="{FEBDAB42-E10C-4578-BE01-12CC8228277B}" type="presOf" srcId="{3A48DC85-BFFC-424C-AA5D-3D46A25F2F87}" destId="{59B3A6EB-B7D4-4674-99B6-92ACD2D449F5}" srcOrd="0" destOrd="0" presId="urn:microsoft.com/office/officeart/2005/8/layout/chevron1"/>
    <dgm:cxn modelId="{5C54C70A-8D8A-424A-8889-0801404C0DAB}" srcId="{3CEB7230-EA5B-4C5F-A8CA-24FD6EA644A8}" destId="{53266FC6-F503-4F43-B63D-70B3FB87DF0A}" srcOrd="5" destOrd="0" parTransId="{572286CF-3E41-4095-9293-243B67690194}" sibTransId="{9B1C02AA-1F93-4617-909E-A8015419B80C}"/>
    <dgm:cxn modelId="{1CC3BB8D-7CAB-420F-8499-6F85103769B5}" type="presOf" srcId="{39272E24-938F-448B-B225-FBB7694AB6F5}" destId="{FC84FE84-EAA6-4E6F-83CE-78DF814AB704}" srcOrd="0" destOrd="0" presId="urn:microsoft.com/office/officeart/2005/8/layout/chevron1"/>
    <dgm:cxn modelId="{AD1B000B-53EC-49E3-A199-A103A429F272}" type="presOf" srcId="{185031D7-443C-4A9E-B4FD-9A92ADB79FFB}" destId="{E8F4D6CD-8D6E-4871-8833-3752468D18C9}" srcOrd="0" destOrd="0" presId="urn:microsoft.com/office/officeart/2005/8/layout/chevron1"/>
    <dgm:cxn modelId="{FC000A2C-CD9A-46B0-9C48-503ED3AB9F6E}" type="presOf" srcId="{3CEB7230-EA5B-4C5F-A8CA-24FD6EA644A8}" destId="{2C5A110B-730D-421B-9C62-869F979A38C0}" srcOrd="0" destOrd="0" presId="urn:microsoft.com/office/officeart/2005/8/layout/chevron1"/>
    <dgm:cxn modelId="{B7A66D51-EEED-4839-82DF-9CCBE0C2C778}" srcId="{3CEB7230-EA5B-4C5F-A8CA-24FD6EA644A8}" destId="{C7586B18-51B9-413E-95DA-60F91221B622}" srcOrd="0" destOrd="0" parTransId="{BA079C79-3BE2-47E7-A12E-52E4556CE64D}" sibTransId="{190B5733-25A3-4A41-80A3-E996D416A91E}"/>
    <dgm:cxn modelId="{463E0742-A1CE-4BD0-BE17-DD7A69546EB9}" srcId="{3CEB7230-EA5B-4C5F-A8CA-24FD6EA644A8}" destId="{185031D7-443C-4A9E-B4FD-9A92ADB79FFB}" srcOrd="3" destOrd="0" parTransId="{5F5E10A0-7E3C-475D-924C-BCB9CD82088C}" sibTransId="{85EC3942-474C-490E-A68E-61A38D25EF2E}"/>
    <dgm:cxn modelId="{E419C90A-C11A-41B2-9296-4E138BD76DFE}" type="presParOf" srcId="{2C5A110B-730D-421B-9C62-869F979A38C0}" destId="{7CCBF7F1-BEF1-4CCC-9440-0B0785554129}" srcOrd="0" destOrd="0" presId="urn:microsoft.com/office/officeart/2005/8/layout/chevron1"/>
    <dgm:cxn modelId="{6F2267C7-8A2D-4374-90CD-2139D09840E6}" type="presParOf" srcId="{2C5A110B-730D-421B-9C62-869F979A38C0}" destId="{D2300650-43C4-41CA-ADFD-A3377BCF234B}" srcOrd="1" destOrd="0" presId="urn:microsoft.com/office/officeart/2005/8/layout/chevron1"/>
    <dgm:cxn modelId="{570BBD36-CBB4-4202-938A-ABD6769C31F9}" type="presParOf" srcId="{2C5A110B-730D-421B-9C62-869F979A38C0}" destId="{B0D49492-8EF8-4EDB-A8FA-7311F7765E5C}" srcOrd="2" destOrd="0" presId="urn:microsoft.com/office/officeart/2005/8/layout/chevron1"/>
    <dgm:cxn modelId="{003310E3-ACB1-4AFA-BA8D-F250129A58EA}" type="presParOf" srcId="{2C5A110B-730D-421B-9C62-869F979A38C0}" destId="{C3CF322C-0D51-4AC4-8F3B-4BCBEB78DE7F}" srcOrd="3" destOrd="0" presId="urn:microsoft.com/office/officeart/2005/8/layout/chevron1"/>
    <dgm:cxn modelId="{A22DEBF1-8248-4083-8898-13B7182FF1BE}" type="presParOf" srcId="{2C5A110B-730D-421B-9C62-869F979A38C0}" destId="{FC84FE84-EAA6-4E6F-83CE-78DF814AB704}" srcOrd="4" destOrd="0" presId="urn:microsoft.com/office/officeart/2005/8/layout/chevron1"/>
    <dgm:cxn modelId="{72C8A01B-1F48-4B2E-910A-B97FE56201C1}" type="presParOf" srcId="{2C5A110B-730D-421B-9C62-869F979A38C0}" destId="{EC83F26C-C442-4653-8195-5481A299CF88}" srcOrd="5" destOrd="0" presId="urn:microsoft.com/office/officeart/2005/8/layout/chevron1"/>
    <dgm:cxn modelId="{E5EA4DD2-2794-42CA-BCFD-D199076A6AD0}" type="presParOf" srcId="{2C5A110B-730D-421B-9C62-869F979A38C0}" destId="{E8F4D6CD-8D6E-4871-8833-3752468D18C9}" srcOrd="6" destOrd="0" presId="urn:microsoft.com/office/officeart/2005/8/layout/chevron1"/>
    <dgm:cxn modelId="{574D3223-7057-4A02-BA92-674B43C27AED}" type="presParOf" srcId="{2C5A110B-730D-421B-9C62-869F979A38C0}" destId="{CA7847F4-2A30-4EE9-A8BE-153E9CA4D484}" srcOrd="7" destOrd="0" presId="urn:microsoft.com/office/officeart/2005/8/layout/chevron1"/>
    <dgm:cxn modelId="{A5C21447-F543-4C61-93F3-5B611B8A8530}" type="presParOf" srcId="{2C5A110B-730D-421B-9C62-869F979A38C0}" destId="{59B3A6EB-B7D4-4674-99B6-92ACD2D449F5}" srcOrd="8" destOrd="0" presId="urn:microsoft.com/office/officeart/2005/8/layout/chevron1"/>
    <dgm:cxn modelId="{56781753-1134-4D8D-939C-DED08FD525EF}" type="presParOf" srcId="{2C5A110B-730D-421B-9C62-869F979A38C0}" destId="{7356A87E-0DA7-4099-B445-421104ED73B2}" srcOrd="9" destOrd="0" presId="urn:microsoft.com/office/officeart/2005/8/layout/chevron1"/>
    <dgm:cxn modelId="{5DBE08F5-1647-4698-BB7D-646932CB0B5D}" type="presParOf" srcId="{2C5A110B-730D-421B-9C62-869F979A38C0}" destId="{B43A7F0B-1C8F-4801-93B8-0D316A0FB135}" srcOrd="10" destOrd="0" presId="urn:microsoft.com/office/officeart/2005/8/layout/chevron1"/>
  </dgm:cxnLst>
  <dgm:bg/>
  <dgm:whole/>
</dgm:dataModel>
</file>

<file path=ppt/diagrams/data13.xml><?xml version="1.0" encoding="utf-8"?>
<dgm:dataModel xmlns:dgm="http://schemas.openxmlformats.org/drawingml/2006/diagram" xmlns:a="http://schemas.openxmlformats.org/drawingml/2006/main">
  <dgm:ptLst>
    <dgm:pt modelId="{93EE20EA-5A9F-40BE-ABD5-5310EEF332F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FD49AA93-1F81-4936-A4B7-22716D645B10}">
      <dgm:prSet/>
      <dgm:spPr/>
      <dgm:t>
        <a:bodyPr/>
        <a:lstStyle/>
        <a:p>
          <a:pPr rtl="0"/>
          <a:r>
            <a:rPr lang="zh-CN" dirty="0" smtClean="0"/>
            <a:t>项目生命周期是通常按照顺序排列而有时又相互交叉的各项目阶段的集合。</a:t>
          </a:r>
          <a:endParaRPr lang="zh-CN" altLang="en-US" dirty="0"/>
        </a:p>
      </dgm:t>
    </dgm:pt>
    <dgm:pt modelId="{E6B8BA0A-0CFE-4936-BEEF-98FDE6E0BBF7}" type="parTrans" cxnId="{E8895C3B-DF21-40E4-8A95-94ED6A2E2F41}">
      <dgm:prSet/>
      <dgm:spPr/>
      <dgm:t>
        <a:bodyPr/>
        <a:lstStyle/>
        <a:p>
          <a:endParaRPr lang="zh-CN" altLang="en-US"/>
        </a:p>
      </dgm:t>
    </dgm:pt>
    <dgm:pt modelId="{2A01D7FB-D766-4BEB-A297-215545CCFD80}" type="sibTrans" cxnId="{E8895C3B-DF21-40E4-8A95-94ED6A2E2F41}">
      <dgm:prSet/>
      <dgm:spPr/>
      <dgm:t>
        <a:bodyPr/>
        <a:lstStyle/>
        <a:p>
          <a:endParaRPr lang="zh-CN" altLang="en-US"/>
        </a:p>
      </dgm:t>
    </dgm:pt>
    <dgm:pt modelId="{A7603613-009B-428C-83D8-FAA6A0DC012A}" type="pres">
      <dgm:prSet presAssocID="{93EE20EA-5A9F-40BE-ABD5-5310EEF332F3}" presName="linear" presStyleCnt="0">
        <dgm:presLayoutVars>
          <dgm:animLvl val="lvl"/>
          <dgm:resizeHandles val="exact"/>
        </dgm:presLayoutVars>
      </dgm:prSet>
      <dgm:spPr/>
      <dgm:t>
        <a:bodyPr/>
        <a:lstStyle/>
        <a:p>
          <a:endParaRPr lang="zh-CN" altLang="en-US"/>
        </a:p>
      </dgm:t>
    </dgm:pt>
    <dgm:pt modelId="{9176D9D9-F777-4449-AC4F-A4BFB96182DC}" type="pres">
      <dgm:prSet presAssocID="{FD49AA93-1F81-4936-A4B7-22716D645B10}" presName="parentText" presStyleLbl="node1" presStyleIdx="0" presStyleCnt="1" custLinFactNeighborX="-19141" custLinFactNeighborY="-9238">
        <dgm:presLayoutVars>
          <dgm:chMax val="0"/>
          <dgm:bulletEnabled val="1"/>
        </dgm:presLayoutVars>
      </dgm:prSet>
      <dgm:spPr/>
      <dgm:t>
        <a:bodyPr/>
        <a:lstStyle/>
        <a:p>
          <a:endParaRPr lang="zh-CN" altLang="en-US"/>
        </a:p>
      </dgm:t>
    </dgm:pt>
  </dgm:ptLst>
  <dgm:cxnLst>
    <dgm:cxn modelId="{5A3D426A-ADF3-495E-B2F0-25AA806A466D}" type="presOf" srcId="{93EE20EA-5A9F-40BE-ABD5-5310EEF332F3}" destId="{A7603613-009B-428C-83D8-FAA6A0DC012A}" srcOrd="0" destOrd="0" presId="urn:microsoft.com/office/officeart/2005/8/layout/vList2"/>
    <dgm:cxn modelId="{E8895C3B-DF21-40E4-8A95-94ED6A2E2F41}" srcId="{93EE20EA-5A9F-40BE-ABD5-5310EEF332F3}" destId="{FD49AA93-1F81-4936-A4B7-22716D645B10}" srcOrd="0" destOrd="0" parTransId="{E6B8BA0A-0CFE-4936-BEEF-98FDE6E0BBF7}" sibTransId="{2A01D7FB-D766-4BEB-A297-215545CCFD80}"/>
    <dgm:cxn modelId="{14B162A2-968C-4443-8973-DEA610A3FF61}" type="presOf" srcId="{FD49AA93-1F81-4936-A4B7-22716D645B10}" destId="{9176D9D9-F777-4449-AC4F-A4BFB96182DC}" srcOrd="0" destOrd="0" presId="urn:microsoft.com/office/officeart/2005/8/layout/vList2"/>
    <dgm:cxn modelId="{B06A6F63-2A45-4EA0-BDF1-B375FAE7603D}" type="presParOf" srcId="{A7603613-009B-428C-83D8-FAA6A0DC012A}" destId="{9176D9D9-F777-4449-AC4F-A4BFB96182DC}" srcOrd="0" destOrd="0" presId="urn:microsoft.com/office/officeart/2005/8/layout/vList2"/>
  </dgm:cxnLst>
  <dgm:bg/>
  <dgm:whole/>
</dgm:dataModel>
</file>

<file path=ppt/diagrams/data14.xml><?xml version="1.0" encoding="utf-8"?>
<dgm:dataModel xmlns:dgm="http://schemas.openxmlformats.org/drawingml/2006/diagram" xmlns:a="http://schemas.openxmlformats.org/drawingml/2006/main">
  <dgm:ptLst>
    <dgm:pt modelId="{644CA336-7836-413B-9B9F-DDF016B031FA}"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zh-CN" altLang="en-US"/>
        </a:p>
      </dgm:t>
    </dgm:pt>
    <dgm:pt modelId="{8AAE4F82-F54D-4F6E-859E-C4F335E7938A}">
      <dgm:prSet/>
      <dgm:spPr/>
      <dgm:t>
        <a:bodyPr/>
        <a:lstStyle/>
        <a:p>
          <a:pPr rtl="0"/>
          <a:r>
            <a:rPr lang="zh-CN" dirty="0" smtClean="0"/>
            <a:t>职能型</a:t>
          </a:r>
          <a:endParaRPr lang="en-US" dirty="0"/>
        </a:p>
      </dgm:t>
    </dgm:pt>
    <dgm:pt modelId="{6FC547DA-69D3-4C7E-857A-4ED363B80609}" type="parTrans" cxnId="{BC8EEA22-2FF2-4717-87A3-12EDFC569E5C}">
      <dgm:prSet/>
      <dgm:spPr/>
      <dgm:t>
        <a:bodyPr/>
        <a:lstStyle/>
        <a:p>
          <a:endParaRPr lang="zh-CN" altLang="en-US"/>
        </a:p>
      </dgm:t>
    </dgm:pt>
    <dgm:pt modelId="{68D92312-2E63-4E3C-A455-C3C60A3A9EDA}" type="sibTrans" cxnId="{BC8EEA22-2FF2-4717-87A3-12EDFC569E5C}">
      <dgm:prSet/>
      <dgm:spPr/>
      <dgm:t>
        <a:bodyPr/>
        <a:lstStyle/>
        <a:p>
          <a:endParaRPr lang="zh-CN" altLang="en-US"/>
        </a:p>
      </dgm:t>
    </dgm:pt>
    <dgm:pt modelId="{93DE3935-E43B-46A6-A66D-FC4AC3E5D14E}">
      <dgm:prSet/>
      <dgm:spPr/>
      <dgm:t>
        <a:bodyPr/>
        <a:lstStyle/>
        <a:p>
          <a:pPr rtl="0"/>
          <a:r>
            <a:rPr lang="zh-CN" dirty="0" smtClean="0"/>
            <a:t>矩阵型</a:t>
          </a:r>
          <a:endParaRPr lang="en-US" dirty="0"/>
        </a:p>
      </dgm:t>
    </dgm:pt>
    <dgm:pt modelId="{165165A0-E8E0-4754-85A7-2C0DE9310210}" type="parTrans" cxnId="{B1E36971-BDEB-489F-B465-7B3469E63661}">
      <dgm:prSet/>
      <dgm:spPr/>
      <dgm:t>
        <a:bodyPr/>
        <a:lstStyle/>
        <a:p>
          <a:endParaRPr lang="zh-CN" altLang="en-US"/>
        </a:p>
      </dgm:t>
    </dgm:pt>
    <dgm:pt modelId="{9E385440-6BF7-439A-8D1D-11557D5934C7}" type="sibTrans" cxnId="{B1E36971-BDEB-489F-B465-7B3469E63661}">
      <dgm:prSet/>
      <dgm:spPr/>
      <dgm:t>
        <a:bodyPr/>
        <a:lstStyle/>
        <a:p>
          <a:endParaRPr lang="zh-CN" altLang="en-US"/>
        </a:p>
      </dgm:t>
    </dgm:pt>
    <dgm:pt modelId="{43080664-87E5-468E-BF61-5CD1261100AC}">
      <dgm:prSet/>
      <dgm:spPr/>
      <dgm:t>
        <a:bodyPr/>
        <a:lstStyle/>
        <a:p>
          <a:pPr rtl="0"/>
          <a:r>
            <a:rPr lang="zh-CN" dirty="0" smtClean="0"/>
            <a:t>项目型</a:t>
          </a:r>
          <a:endParaRPr lang="zh-CN" dirty="0"/>
        </a:p>
      </dgm:t>
    </dgm:pt>
    <dgm:pt modelId="{A44E9921-682B-4872-A03F-8A39259EAF7A}" type="parTrans" cxnId="{2F168010-7297-464A-906E-29A0F9B2635C}">
      <dgm:prSet/>
      <dgm:spPr/>
      <dgm:t>
        <a:bodyPr/>
        <a:lstStyle/>
        <a:p>
          <a:endParaRPr lang="zh-CN" altLang="en-US"/>
        </a:p>
      </dgm:t>
    </dgm:pt>
    <dgm:pt modelId="{BFF9B44F-2A9A-4EFA-B237-46CA37F9898E}" type="sibTrans" cxnId="{2F168010-7297-464A-906E-29A0F9B2635C}">
      <dgm:prSet/>
      <dgm:spPr/>
      <dgm:t>
        <a:bodyPr/>
        <a:lstStyle/>
        <a:p>
          <a:endParaRPr lang="zh-CN" altLang="en-US"/>
        </a:p>
      </dgm:t>
    </dgm:pt>
    <dgm:pt modelId="{3E3452FE-DF90-494D-B3C6-DFD0BE5B4C76}" type="pres">
      <dgm:prSet presAssocID="{644CA336-7836-413B-9B9F-DDF016B031FA}" presName="CompostProcess" presStyleCnt="0">
        <dgm:presLayoutVars>
          <dgm:dir/>
          <dgm:resizeHandles val="exact"/>
        </dgm:presLayoutVars>
      </dgm:prSet>
      <dgm:spPr/>
      <dgm:t>
        <a:bodyPr/>
        <a:lstStyle/>
        <a:p>
          <a:endParaRPr lang="zh-CN" altLang="en-US"/>
        </a:p>
      </dgm:t>
    </dgm:pt>
    <dgm:pt modelId="{D41F3EB5-F0D8-4831-B1DC-D002A3A36C74}" type="pres">
      <dgm:prSet presAssocID="{644CA336-7836-413B-9B9F-DDF016B031FA}" presName="arrow" presStyleLbl="bgShp" presStyleIdx="0" presStyleCnt="1"/>
      <dgm:spPr/>
    </dgm:pt>
    <dgm:pt modelId="{7CB73568-1248-4B04-AB83-54B76013EFF6}" type="pres">
      <dgm:prSet presAssocID="{644CA336-7836-413B-9B9F-DDF016B031FA}" presName="linearProcess" presStyleCnt="0"/>
      <dgm:spPr/>
    </dgm:pt>
    <dgm:pt modelId="{974D75F0-5DB4-4B6A-A66C-7E0AFA8C24E5}" type="pres">
      <dgm:prSet presAssocID="{8AAE4F82-F54D-4F6E-859E-C4F335E7938A}" presName="textNode" presStyleLbl="node1" presStyleIdx="0" presStyleCnt="3">
        <dgm:presLayoutVars>
          <dgm:bulletEnabled val="1"/>
        </dgm:presLayoutVars>
      </dgm:prSet>
      <dgm:spPr/>
      <dgm:t>
        <a:bodyPr/>
        <a:lstStyle/>
        <a:p>
          <a:endParaRPr lang="zh-CN" altLang="en-US"/>
        </a:p>
      </dgm:t>
    </dgm:pt>
    <dgm:pt modelId="{8F9EDF23-8CB7-4A36-B4D1-29DB64BDDB49}" type="pres">
      <dgm:prSet presAssocID="{68D92312-2E63-4E3C-A455-C3C60A3A9EDA}" presName="sibTrans" presStyleCnt="0"/>
      <dgm:spPr/>
    </dgm:pt>
    <dgm:pt modelId="{C426B157-B717-4A5C-AB6F-54641D55D1E0}" type="pres">
      <dgm:prSet presAssocID="{93DE3935-E43B-46A6-A66D-FC4AC3E5D14E}" presName="textNode" presStyleLbl="node1" presStyleIdx="1" presStyleCnt="3">
        <dgm:presLayoutVars>
          <dgm:bulletEnabled val="1"/>
        </dgm:presLayoutVars>
      </dgm:prSet>
      <dgm:spPr/>
      <dgm:t>
        <a:bodyPr/>
        <a:lstStyle/>
        <a:p>
          <a:endParaRPr lang="zh-CN" altLang="en-US"/>
        </a:p>
      </dgm:t>
    </dgm:pt>
    <dgm:pt modelId="{73D03614-FC8C-476C-8258-3EE5D8BA02C9}" type="pres">
      <dgm:prSet presAssocID="{9E385440-6BF7-439A-8D1D-11557D5934C7}" presName="sibTrans" presStyleCnt="0"/>
      <dgm:spPr/>
    </dgm:pt>
    <dgm:pt modelId="{1B2A6193-D6D3-49C9-9DC1-0D182C9F4BF5}" type="pres">
      <dgm:prSet presAssocID="{43080664-87E5-468E-BF61-5CD1261100AC}" presName="textNode" presStyleLbl="node1" presStyleIdx="2" presStyleCnt="3">
        <dgm:presLayoutVars>
          <dgm:bulletEnabled val="1"/>
        </dgm:presLayoutVars>
      </dgm:prSet>
      <dgm:spPr/>
      <dgm:t>
        <a:bodyPr/>
        <a:lstStyle/>
        <a:p>
          <a:endParaRPr lang="zh-CN" altLang="en-US"/>
        </a:p>
      </dgm:t>
    </dgm:pt>
  </dgm:ptLst>
  <dgm:cxnLst>
    <dgm:cxn modelId="{2F168010-7297-464A-906E-29A0F9B2635C}" srcId="{644CA336-7836-413B-9B9F-DDF016B031FA}" destId="{43080664-87E5-468E-BF61-5CD1261100AC}" srcOrd="2" destOrd="0" parTransId="{A44E9921-682B-4872-A03F-8A39259EAF7A}" sibTransId="{BFF9B44F-2A9A-4EFA-B237-46CA37F9898E}"/>
    <dgm:cxn modelId="{B1E36971-BDEB-489F-B465-7B3469E63661}" srcId="{644CA336-7836-413B-9B9F-DDF016B031FA}" destId="{93DE3935-E43B-46A6-A66D-FC4AC3E5D14E}" srcOrd="1" destOrd="0" parTransId="{165165A0-E8E0-4754-85A7-2C0DE9310210}" sibTransId="{9E385440-6BF7-439A-8D1D-11557D5934C7}"/>
    <dgm:cxn modelId="{BC8EEA22-2FF2-4717-87A3-12EDFC569E5C}" srcId="{644CA336-7836-413B-9B9F-DDF016B031FA}" destId="{8AAE4F82-F54D-4F6E-859E-C4F335E7938A}" srcOrd="0" destOrd="0" parTransId="{6FC547DA-69D3-4C7E-857A-4ED363B80609}" sibTransId="{68D92312-2E63-4E3C-A455-C3C60A3A9EDA}"/>
    <dgm:cxn modelId="{1D190780-BA66-454E-854D-FDC83A4315DB}" type="presOf" srcId="{8AAE4F82-F54D-4F6E-859E-C4F335E7938A}" destId="{974D75F0-5DB4-4B6A-A66C-7E0AFA8C24E5}" srcOrd="0" destOrd="0" presId="urn:microsoft.com/office/officeart/2005/8/layout/hProcess9"/>
    <dgm:cxn modelId="{1A71FAB9-BEC9-4203-9B1E-991D1B3C620A}" type="presOf" srcId="{644CA336-7836-413B-9B9F-DDF016B031FA}" destId="{3E3452FE-DF90-494D-B3C6-DFD0BE5B4C76}" srcOrd="0" destOrd="0" presId="urn:microsoft.com/office/officeart/2005/8/layout/hProcess9"/>
    <dgm:cxn modelId="{F0E21E0D-48DA-4087-A744-B06551784D29}" type="presOf" srcId="{93DE3935-E43B-46A6-A66D-FC4AC3E5D14E}" destId="{C426B157-B717-4A5C-AB6F-54641D55D1E0}" srcOrd="0" destOrd="0" presId="urn:microsoft.com/office/officeart/2005/8/layout/hProcess9"/>
    <dgm:cxn modelId="{068FC2AB-E5C7-48BC-ADFA-F1E2E145C675}" type="presOf" srcId="{43080664-87E5-468E-BF61-5CD1261100AC}" destId="{1B2A6193-D6D3-49C9-9DC1-0D182C9F4BF5}" srcOrd="0" destOrd="0" presId="urn:microsoft.com/office/officeart/2005/8/layout/hProcess9"/>
    <dgm:cxn modelId="{DBD12FF7-BCA0-4BB4-8CD7-52A2BD27987A}" type="presParOf" srcId="{3E3452FE-DF90-494D-B3C6-DFD0BE5B4C76}" destId="{D41F3EB5-F0D8-4831-B1DC-D002A3A36C74}" srcOrd="0" destOrd="0" presId="urn:microsoft.com/office/officeart/2005/8/layout/hProcess9"/>
    <dgm:cxn modelId="{FF318B94-04A2-4CAB-95C2-85F064351CBE}" type="presParOf" srcId="{3E3452FE-DF90-494D-B3C6-DFD0BE5B4C76}" destId="{7CB73568-1248-4B04-AB83-54B76013EFF6}" srcOrd="1" destOrd="0" presId="urn:microsoft.com/office/officeart/2005/8/layout/hProcess9"/>
    <dgm:cxn modelId="{644EAC4D-CD00-40DE-BEE9-5C02A14D8E83}" type="presParOf" srcId="{7CB73568-1248-4B04-AB83-54B76013EFF6}" destId="{974D75F0-5DB4-4B6A-A66C-7E0AFA8C24E5}" srcOrd="0" destOrd="0" presId="urn:microsoft.com/office/officeart/2005/8/layout/hProcess9"/>
    <dgm:cxn modelId="{D6D0F52C-509D-43DA-AFE8-2B9AD0A23ED4}" type="presParOf" srcId="{7CB73568-1248-4B04-AB83-54B76013EFF6}" destId="{8F9EDF23-8CB7-4A36-B4D1-29DB64BDDB49}" srcOrd="1" destOrd="0" presId="urn:microsoft.com/office/officeart/2005/8/layout/hProcess9"/>
    <dgm:cxn modelId="{7A5CADDA-7186-4D0F-A12A-257F67BD8DD9}" type="presParOf" srcId="{7CB73568-1248-4B04-AB83-54B76013EFF6}" destId="{C426B157-B717-4A5C-AB6F-54641D55D1E0}" srcOrd="2" destOrd="0" presId="urn:microsoft.com/office/officeart/2005/8/layout/hProcess9"/>
    <dgm:cxn modelId="{CB46E003-DF55-4F6B-BF8E-0E0DEC630A64}" type="presParOf" srcId="{7CB73568-1248-4B04-AB83-54B76013EFF6}" destId="{73D03614-FC8C-476C-8258-3EE5D8BA02C9}" srcOrd="3" destOrd="0" presId="urn:microsoft.com/office/officeart/2005/8/layout/hProcess9"/>
    <dgm:cxn modelId="{B379961F-DBFD-4C7C-8387-B738B86E8418}" type="presParOf" srcId="{7CB73568-1248-4B04-AB83-54B76013EFF6}" destId="{1B2A6193-D6D3-49C9-9DC1-0D182C9F4BF5}" srcOrd="4" destOrd="0" presId="urn:microsoft.com/office/officeart/2005/8/layout/hProcess9"/>
  </dgm:cxnLst>
  <dgm:bg/>
  <dgm:whole/>
</dgm:dataModel>
</file>

<file path=ppt/diagrams/data15.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三、把工作当做项目来做</a:t>
          </a:r>
          <a:endParaRPr lang="zh-CN" altLang="en-US" sz="4000" dirty="0"/>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C7AFC1F0-8BD7-4685-86C9-5C5CDCB56579}" type="presOf" srcId="{AB26C09D-67A0-4F1A-BD2A-D9B9F5B6A603}" destId="{E17AD282-D8A2-4C27-B59E-D314B3292384}" srcOrd="0" destOrd="0" presId="urn:microsoft.com/office/officeart/2005/8/layout/vList2"/>
    <dgm:cxn modelId="{432923F7-DEC1-451A-B4C1-49A276D376E3}" srcId="{723F4E9A-15B0-40F0-AE31-3CCE57844F3B}" destId="{AB26C09D-67A0-4F1A-BD2A-D9B9F5B6A603}" srcOrd="0" destOrd="0" parTransId="{92920E7C-D058-45E8-970D-AF35958976DA}" sibTransId="{E5C8B5F1-27C4-4BAA-90F6-A05BF189ED80}"/>
    <dgm:cxn modelId="{1006A1B4-9D66-4E68-87ED-001C816A4DC4}" type="presOf" srcId="{723F4E9A-15B0-40F0-AE31-3CCE57844F3B}" destId="{9E239BDD-6367-4ED4-BB2F-2F994F692FA4}" srcOrd="0" destOrd="0" presId="urn:microsoft.com/office/officeart/2005/8/layout/vList2"/>
    <dgm:cxn modelId="{53182D0D-4C63-4392-A730-C199BBDAB1B8}" type="presParOf" srcId="{9E239BDD-6367-4ED4-BB2F-2F994F692FA4}" destId="{E17AD282-D8A2-4C27-B59E-D314B3292384}" srcOrd="0" destOrd="0" presId="urn:microsoft.com/office/officeart/2005/8/layout/vList2"/>
  </dgm:cxnLst>
  <dgm:bg/>
  <dgm:whole/>
</dgm:dataModel>
</file>

<file path=ppt/diagrams/data16.xml><?xml version="1.0" encoding="utf-8"?>
<dgm:dataModel xmlns:dgm="http://schemas.openxmlformats.org/drawingml/2006/diagram" xmlns:a="http://schemas.openxmlformats.org/drawingml/2006/main">
  <dgm:ptLst>
    <dgm:pt modelId="{D5BDE763-9D60-4A5C-AC5E-0F9254525875}"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zh-CN" altLang="en-US"/>
        </a:p>
      </dgm:t>
    </dgm:pt>
    <dgm:pt modelId="{EA79C95C-0D67-4843-BFEB-7B85C84FBC6D}">
      <dgm:prSet/>
      <dgm:spPr/>
      <dgm:t>
        <a:bodyPr/>
        <a:lstStyle/>
        <a:p>
          <a:pPr algn="l" rtl="0"/>
          <a:r>
            <a:rPr lang="zh-CN" dirty="0" smtClean="0"/>
            <a:t>公司准备开发一套符合</a:t>
          </a:r>
          <a:r>
            <a:rPr lang="zh-CN" altLang="en-US" dirty="0" smtClean="0"/>
            <a:t>组织</a:t>
          </a:r>
          <a:r>
            <a:rPr lang="zh-CN" dirty="0" smtClean="0"/>
            <a:t>业务发展需要的</a:t>
          </a:r>
          <a:r>
            <a:rPr lang="en-US" dirty="0" smtClean="0"/>
            <a:t>CRM</a:t>
          </a:r>
          <a:r>
            <a:rPr lang="zh-CN" dirty="0" smtClean="0"/>
            <a:t>客户管理系统。开发此系统旨在帮助公司销售经理处理日常客户信息管理工作并为公司领导提供统计决策数据。公司希望系统在有限的预算内一年后完成并上线使用。</a:t>
          </a:r>
          <a:endParaRPr lang="en-US" dirty="0"/>
        </a:p>
      </dgm:t>
    </dgm:pt>
    <dgm:pt modelId="{F760F1CF-018C-4A36-95C3-B0B8C084A61F}" type="parTrans" cxnId="{542EB9FA-3B2E-4C02-9A8D-7BBA34029EA3}">
      <dgm:prSet/>
      <dgm:spPr/>
      <dgm:t>
        <a:bodyPr/>
        <a:lstStyle/>
        <a:p>
          <a:endParaRPr lang="zh-CN" altLang="en-US"/>
        </a:p>
      </dgm:t>
    </dgm:pt>
    <dgm:pt modelId="{B4814AC2-2BAE-4C19-9D71-11AE3DBC0A40}" type="sibTrans" cxnId="{542EB9FA-3B2E-4C02-9A8D-7BBA34029EA3}">
      <dgm:prSet/>
      <dgm:spPr/>
      <dgm:t>
        <a:bodyPr/>
        <a:lstStyle/>
        <a:p>
          <a:endParaRPr lang="zh-CN" altLang="en-US"/>
        </a:p>
      </dgm:t>
    </dgm:pt>
    <dgm:pt modelId="{67DDCD34-0F0E-4525-9B0E-0D7611387FE2}" type="pres">
      <dgm:prSet presAssocID="{D5BDE763-9D60-4A5C-AC5E-0F9254525875}" presName="Name0" presStyleCnt="0">
        <dgm:presLayoutVars>
          <dgm:dir/>
          <dgm:resizeHandles val="exact"/>
        </dgm:presLayoutVars>
      </dgm:prSet>
      <dgm:spPr/>
      <dgm:t>
        <a:bodyPr/>
        <a:lstStyle/>
        <a:p>
          <a:endParaRPr lang="zh-CN" altLang="en-US"/>
        </a:p>
      </dgm:t>
    </dgm:pt>
    <dgm:pt modelId="{EBBFD86E-8ACF-4850-9B9D-6D21C4CDC6AC}" type="pres">
      <dgm:prSet presAssocID="{D5BDE763-9D60-4A5C-AC5E-0F9254525875}" presName="bkgdShp" presStyleLbl="alignAccFollowNode1" presStyleIdx="0" presStyleCnt="1"/>
      <dgm:spPr/>
    </dgm:pt>
    <dgm:pt modelId="{16C079CA-747F-473F-8A19-F9A768BC2EB6}" type="pres">
      <dgm:prSet presAssocID="{D5BDE763-9D60-4A5C-AC5E-0F9254525875}" presName="linComp" presStyleCnt="0"/>
      <dgm:spPr/>
    </dgm:pt>
    <dgm:pt modelId="{B318550B-CF40-4A26-AB12-8CCC2288D3F5}" type="pres">
      <dgm:prSet presAssocID="{EA79C95C-0D67-4843-BFEB-7B85C84FBC6D}" presName="compNode" presStyleCnt="0"/>
      <dgm:spPr/>
    </dgm:pt>
    <dgm:pt modelId="{90A9A8A5-E1F9-4878-A2B2-032C126F1D80}" type="pres">
      <dgm:prSet presAssocID="{EA79C95C-0D67-4843-BFEB-7B85C84FBC6D}" presName="node" presStyleLbl="node1" presStyleIdx="0" presStyleCnt="1">
        <dgm:presLayoutVars>
          <dgm:bulletEnabled val="1"/>
        </dgm:presLayoutVars>
      </dgm:prSet>
      <dgm:spPr/>
      <dgm:t>
        <a:bodyPr/>
        <a:lstStyle/>
        <a:p>
          <a:endParaRPr lang="zh-CN" altLang="en-US"/>
        </a:p>
      </dgm:t>
    </dgm:pt>
    <dgm:pt modelId="{2242C186-0B49-4B27-9132-9A1D56565A9A}" type="pres">
      <dgm:prSet presAssocID="{EA79C95C-0D67-4843-BFEB-7B85C84FBC6D}" presName="invisiNode" presStyleLbl="node1" presStyleIdx="0" presStyleCnt="1"/>
      <dgm:spPr/>
    </dgm:pt>
    <dgm:pt modelId="{82E1F17E-D866-4263-BD09-301209C64BF3}" type="pres">
      <dgm:prSet presAssocID="{EA79C95C-0D67-4843-BFEB-7B85C84FBC6D}" presName="imagNode" presStyleLbl="fgImgPlace1" presStyleIdx="0" presStyleCnt="1" custScaleY="136363"/>
      <dgm:spPr>
        <a:blipFill rotWithShape="0">
          <a:blip xmlns:r="http://schemas.openxmlformats.org/officeDocument/2006/relationships" r:embed="rId1"/>
          <a:stretch>
            <a:fillRect/>
          </a:stretch>
        </a:blipFill>
      </dgm:spPr>
    </dgm:pt>
  </dgm:ptLst>
  <dgm:cxnLst>
    <dgm:cxn modelId="{9D773777-9DF4-45FE-B500-DA459DA8A183}" type="presOf" srcId="{EA79C95C-0D67-4843-BFEB-7B85C84FBC6D}" destId="{90A9A8A5-E1F9-4878-A2B2-032C126F1D80}" srcOrd="0" destOrd="0" presId="urn:microsoft.com/office/officeart/2005/8/layout/pList2"/>
    <dgm:cxn modelId="{542EB9FA-3B2E-4C02-9A8D-7BBA34029EA3}" srcId="{D5BDE763-9D60-4A5C-AC5E-0F9254525875}" destId="{EA79C95C-0D67-4843-BFEB-7B85C84FBC6D}" srcOrd="0" destOrd="0" parTransId="{F760F1CF-018C-4A36-95C3-B0B8C084A61F}" sibTransId="{B4814AC2-2BAE-4C19-9D71-11AE3DBC0A40}"/>
    <dgm:cxn modelId="{218DDCE6-8C76-4845-9F20-560B1224AFAA}" type="presOf" srcId="{D5BDE763-9D60-4A5C-AC5E-0F9254525875}" destId="{67DDCD34-0F0E-4525-9B0E-0D7611387FE2}" srcOrd="0" destOrd="0" presId="urn:microsoft.com/office/officeart/2005/8/layout/pList2"/>
    <dgm:cxn modelId="{CE6F51B6-4A78-4D22-A1DD-C07A963AE8D4}" type="presParOf" srcId="{67DDCD34-0F0E-4525-9B0E-0D7611387FE2}" destId="{EBBFD86E-8ACF-4850-9B9D-6D21C4CDC6AC}" srcOrd="0" destOrd="0" presId="urn:microsoft.com/office/officeart/2005/8/layout/pList2"/>
    <dgm:cxn modelId="{E5D1F77D-C07D-442B-811D-F493CAF780FE}" type="presParOf" srcId="{67DDCD34-0F0E-4525-9B0E-0D7611387FE2}" destId="{16C079CA-747F-473F-8A19-F9A768BC2EB6}" srcOrd="1" destOrd="0" presId="urn:microsoft.com/office/officeart/2005/8/layout/pList2"/>
    <dgm:cxn modelId="{02A773F7-4BD5-440E-9328-D8F69B66AB9B}" type="presParOf" srcId="{16C079CA-747F-473F-8A19-F9A768BC2EB6}" destId="{B318550B-CF40-4A26-AB12-8CCC2288D3F5}" srcOrd="0" destOrd="0" presId="urn:microsoft.com/office/officeart/2005/8/layout/pList2"/>
    <dgm:cxn modelId="{DC0C8165-F141-490D-95DF-786092402DB2}" type="presParOf" srcId="{B318550B-CF40-4A26-AB12-8CCC2288D3F5}" destId="{90A9A8A5-E1F9-4878-A2B2-032C126F1D80}" srcOrd="0" destOrd="0" presId="urn:microsoft.com/office/officeart/2005/8/layout/pList2"/>
    <dgm:cxn modelId="{B2C9D400-733B-46C8-8285-17BF469A3A24}" type="presParOf" srcId="{B318550B-CF40-4A26-AB12-8CCC2288D3F5}" destId="{2242C186-0B49-4B27-9132-9A1D56565A9A}" srcOrd="1" destOrd="0" presId="urn:microsoft.com/office/officeart/2005/8/layout/pList2"/>
    <dgm:cxn modelId="{25494EF2-03B7-4655-89AF-08D26E48DCF3}" type="presParOf" srcId="{B318550B-CF40-4A26-AB12-8CCC2288D3F5}" destId="{82E1F17E-D866-4263-BD09-301209C64BF3}" srcOrd="2" destOrd="0" presId="urn:microsoft.com/office/officeart/2005/8/layout/pList2"/>
  </dgm:cxnLst>
  <dgm:bg/>
  <dgm:whole/>
</dgm:dataModel>
</file>

<file path=ppt/diagrams/data17.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四、项目管理完整框架</a:t>
          </a:r>
          <a:endParaRPr lang="zh-CN" altLang="en-US" sz="4000" dirty="0"/>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12DFA0C7-B766-4F70-9900-8BC4D745D703}" type="presOf" srcId="{723F4E9A-15B0-40F0-AE31-3CCE57844F3B}" destId="{9E239BDD-6367-4ED4-BB2F-2F994F692FA4}" srcOrd="0" destOrd="0" presId="urn:microsoft.com/office/officeart/2005/8/layout/vList2"/>
    <dgm:cxn modelId="{432923F7-DEC1-451A-B4C1-49A276D376E3}" srcId="{723F4E9A-15B0-40F0-AE31-3CCE57844F3B}" destId="{AB26C09D-67A0-4F1A-BD2A-D9B9F5B6A603}" srcOrd="0" destOrd="0" parTransId="{92920E7C-D058-45E8-970D-AF35958976DA}" sibTransId="{E5C8B5F1-27C4-4BAA-90F6-A05BF189ED80}"/>
    <dgm:cxn modelId="{AC916FE2-B9E9-48CE-A7FC-71195AA1500A}" type="presOf" srcId="{AB26C09D-67A0-4F1A-BD2A-D9B9F5B6A603}" destId="{E17AD282-D8A2-4C27-B59E-D314B3292384}" srcOrd="0" destOrd="0" presId="urn:microsoft.com/office/officeart/2005/8/layout/vList2"/>
    <dgm:cxn modelId="{54B40921-0951-40F1-8840-78AC1D0F2770}" type="presParOf" srcId="{9E239BDD-6367-4ED4-BB2F-2F994F692FA4}" destId="{E17AD282-D8A2-4C27-B59E-D314B3292384}" srcOrd="0" destOrd="0" presId="urn:microsoft.com/office/officeart/2005/8/layout/vList2"/>
  </dgm:cxnLst>
  <dgm:bg/>
  <dgm:whole/>
</dgm:dataModel>
</file>

<file path=ppt/diagrams/data18.xml><?xml version="1.0" encoding="utf-8"?>
<dgm:dataModel xmlns:dgm="http://schemas.openxmlformats.org/drawingml/2006/diagram" xmlns:a="http://schemas.openxmlformats.org/drawingml/2006/main">
  <dgm:ptLst>
    <dgm:pt modelId="{E26F6113-A939-4F42-B504-48B1D9058593}"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zh-CN" altLang="en-US"/>
        </a:p>
      </dgm:t>
    </dgm:pt>
    <dgm:pt modelId="{78235445-6DFE-425B-B70F-1AD2B7EF4093}">
      <dgm:prSet/>
      <dgm:spPr/>
      <dgm:t>
        <a:bodyPr/>
        <a:lstStyle/>
        <a:p>
          <a:pPr rtl="0"/>
          <a:r>
            <a:rPr lang="zh-CN" dirty="0" smtClean="0"/>
            <a:t>五大过程组</a:t>
          </a:r>
          <a:endParaRPr lang="zh-CN" dirty="0"/>
        </a:p>
      </dgm:t>
    </dgm:pt>
    <dgm:pt modelId="{9935BB38-C9A8-49E8-93DA-67480D34FBDF}" type="parTrans" cxnId="{662313CC-F3EC-4BD7-A872-86AE218E7EE6}">
      <dgm:prSet/>
      <dgm:spPr/>
      <dgm:t>
        <a:bodyPr/>
        <a:lstStyle/>
        <a:p>
          <a:endParaRPr lang="zh-CN" altLang="en-US"/>
        </a:p>
      </dgm:t>
    </dgm:pt>
    <dgm:pt modelId="{3E3EAA9A-FED3-4516-8ADA-8D2B3DA69E95}" type="sibTrans" cxnId="{662313CC-F3EC-4BD7-A872-86AE218E7EE6}">
      <dgm:prSet/>
      <dgm:spPr/>
      <dgm:t>
        <a:bodyPr/>
        <a:lstStyle/>
        <a:p>
          <a:endParaRPr lang="zh-CN" altLang="en-US"/>
        </a:p>
      </dgm:t>
    </dgm:pt>
    <dgm:pt modelId="{96DADDA7-0C12-48D7-85D4-A7CF175482C4}">
      <dgm:prSet/>
      <dgm:spPr/>
      <dgm:t>
        <a:bodyPr/>
        <a:lstStyle/>
        <a:p>
          <a:pPr rtl="0"/>
          <a:r>
            <a:rPr lang="zh-CN" altLang="en-US" dirty="0" smtClean="0"/>
            <a:t>十</a:t>
          </a:r>
          <a:r>
            <a:rPr lang="zh-CN" dirty="0" smtClean="0"/>
            <a:t>大知识领域</a:t>
          </a:r>
          <a:endParaRPr lang="en-US" dirty="0"/>
        </a:p>
      </dgm:t>
    </dgm:pt>
    <dgm:pt modelId="{B0AD28AD-64B1-414B-B289-111BAC0C7ACE}" type="parTrans" cxnId="{CAB170F1-A21C-4EB4-82B3-6ADBD81DB655}">
      <dgm:prSet/>
      <dgm:spPr/>
      <dgm:t>
        <a:bodyPr/>
        <a:lstStyle/>
        <a:p>
          <a:endParaRPr lang="zh-CN" altLang="en-US"/>
        </a:p>
      </dgm:t>
    </dgm:pt>
    <dgm:pt modelId="{C933CB26-AD29-4701-98C2-06058589D457}" type="sibTrans" cxnId="{CAB170F1-A21C-4EB4-82B3-6ADBD81DB655}">
      <dgm:prSet/>
      <dgm:spPr/>
      <dgm:t>
        <a:bodyPr/>
        <a:lstStyle/>
        <a:p>
          <a:endParaRPr lang="zh-CN" altLang="en-US"/>
        </a:p>
      </dgm:t>
    </dgm:pt>
    <dgm:pt modelId="{787BA27C-F08D-4C3B-A17F-DB0161AED544}">
      <dgm:prSet/>
      <dgm:spPr/>
      <dgm:t>
        <a:bodyPr/>
        <a:lstStyle/>
        <a:p>
          <a:pPr rtl="0"/>
          <a:r>
            <a:rPr lang="zh-CN" smtClean="0"/>
            <a:t>四十</a:t>
          </a:r>
          <a:r>
            <a:rPr lang="zh-CN" altLang="en-US" smtClean="0"/>
            <a:t>七</a:t>
          </a:r>
          <a:r>
            <a:rPr lang="zh-CN" smtClean="0"/>
            <a:t>个</a:t>
          </a:r>
          <a:r>
            <a:rPr lang="zh-CN" dirty="0" smtClean="0"/>
            <a:t>过程</a:t>
          </a:r>
          <a:endParaRPr lang="zh-CN" dirty="0"/>
        </a:p>
      </dgm:t>
    </dgm:pt>
    <dgm:pt modelId="{82BFBC5E-3FCB-4AF9-B9BE-08C95C11458A}" type="parTrans" cxnId="{411E8813-38B9-4CB5-8ADB-C90CA6CEFF4C}">
      <dgm:prSet/>
      <dgm:spPr/>
      <dgm:t>
        <a:bodyPr/>
        <a:lstStyle/>
        <a:p>
          <a:endParaRPr lang="zh-CN" altLang="en-US"/>
        </a:p>
      </dgm:t>
    </dgm:pt>
    <dgm:pt modelId="{78752E8F-F0BE-4F28-879D-E95F6E575B33}" type="sibTrans" cxnId="{411E8813-38B9-4CB5-8ADB-C90CA6CEFF4C}">
      <dgm:prSet/>
      <dgm:spPr/>
      <dgm:t>
        <a:bodyPr/>
        <a:lstStyle/>
        <a:p>
          <a:endParaRPr lang="zh-CN" altLang="en-US"/>
        </a:p>
      </dgm:t>
    </dgm:pt>
    <dgm:pt modelId="{8BED7418-05DA-425B-878A-46164636D3D5}" type="pres">
      <dgm:prSet presAssocID="{E26F6113-A939-4F42-B504-48B1D9058593}" presName="compositeShape" presStyleCnt="0">
        <dgm:presLayoutVars>
          <dgm:dir/>
          <dgm:resizeHandles/>
        </dgm:presLayoutVars>
      </dgm:prSet>
      <dgm:spPr/>
      <dgm:t>
        <a:bodyPr/>
        <a:lstStyle/>
        <a:p>
          <a:endParaRPr lang="zh-CN" altLang="en-US"/>
        </a:p>
      </dgm:t>
    </dgm:pt>
    <dgm:pt modelId="{14F4C321-6061-4D2C-A24E-14C72495A2DB}" type="pres">
      <dgm:prSet presAssocID="{E26F6113-A939-4F42-B504-48B1D9058593}" presName="pyramid" presStyleLbl="node1" presStyleIdx="0" presStyleCnt="1"/>
      <dgm:spPr/>
    </dgm:pt>
    <dgm:pt modelId="{D8136020-EB75-4A61-A041-C07ED5076C66}" type="pres">
      <dgm:prSet presAssocID="{E26F6113-A939-4F42-B504-48B1D9058593}" presName="theList" presStyleCnt="0"/>
      <dgm:spPr/>
    </dgm:pt>
    <dgm:pt modelId="{1825892B-4962-4C95-8C1B-830D0A7E6C35}" type="pres">
      <dgm:prSet presAssocID="{78235445-6DFE-425B-B70F-1AD2B7EF4093}" presName="aNode" presStyleLbl="fgAcc1" presStyleIdx="0" presStyleCnt="3">
        <dgm:presLayoutVars>
          <dgm:bulletEnabled val="1"/>
        </dgm:presLayoutVars>
      </dgm:prSet>
      <dgm:spPr/>
      <dgm:t>
        <a:bodyPr/>
        <a:lstStyle/>
        <a:p>
          <a:endParaRPr lang="zh-CN" altLang="en-US"/>
        </a:p>
      </dgm:t>
    </dgm:pt>
    <dgm:pt modelId="{142C67B0-2BFF-46AC-BDC7-BF9D6D35D92B}" type="pres">
      <dgm:prSet presAssocID="{78235445-6DFE-425B-B70F-1AD2B7EF4093}" presName="aSpace" presStyleCnt="0"/>
      <dgm:spPr/>
    </dgm:pt>
    <dgm:pt modelId="{0A0B5FDD-5623-4DFE-BE09-80EB54A72B7B}" type="pres">
      <dgm:prSet presAssocID="{96DADDA7-0C12-48D7-85D4-A7CF175482C4}" presName="aNode" presStyleLbl="fgAcc1" presStyleIdx="1" presStyleCnt="3">
        <dgm:presLayoutVars>
          <dgm:bulletEnabled val="1"/>
        </dgm:presLayoutVars>
      </dgm:prSet>
      <dgm:spPr/>
      <dgm:t>
        <a:bodyPr/>
        <a:lstStyle/>
        <a:p>
          <a:endParaRPr lang="zh-CN" altLang="en-US"/>
        </a:p>
      </dgm:t>
    </dgm:pt>
    <dgm:pt modelId="{C8AB159C-B9C6-4E2D-9CF5-F5C6AA766E59}" type="pres">
      <dgm:prSet presAssocID="{96DADDA7-0C12-48D7-85D4-A7CF175482C4}" presName="aSpace" presStyleCnt="0"/>
      <dgm:spPr/>
    </dgm:pt>
    <dgm:pt modelId="{495A1B10-71F9-472D-A927-E673EDAC1AC3}" type="pres">
      <dgm:prSet presAssocID="{787BA27C-F08D-4C3B-A17F-DB0161AED544}" presName="aNode" presStyleLbl="fgAcc1" presStyleIdx="2" presStyleCnt="3">
        <dgm:presLayoutVars>
          <dgm:bulletEnabled val="1"/>
        </dgm:presLayoutVars>
      </dgm:prSet>
      <dgm:spPr/>
      <dgm:t>
        <a:bodyPr/>
        <a:lstStyle/>
        <a:p>
          <a:endParaRPr lang="zh-CN" altLang="en-US"/>
        </a:p>
      </dgm:t>
    </dgm:pt>
    <dgm:pt modelId="{D362A955-9577-46CD-ABE6-EBE389C00150}" type="pres">
      <dgm:prSet presAssocID="{787BA27C-F08D-4C3B-A17F-DB0161AED544}" presName="aSpace" presStyleCnt="0"/>
      <dgm:spPr/>
    </dgm:pt>
  </dgm:ptLst>
  <dgm:cxnLst>
    <dgm:cxn modelId="{51404BD2-E2E5-488A-A9C2-49E67C75B8B8}" type="presOf" srcId="{E26F6113-A939-4F42-B504-48B1D9058593}" destId="{8BED7418-05DA-425B-878A-46164636D3D5}" srcOrd="0" destOrd="0" presId="urn:microsoft.com/office/officeart/2005/8/layout/pyramid2"/>
    <dgm:cxn modelId="{5536184E-3BFD-4A81-A79D-8966EEFFBB40}" type="presOf" srcId="{78235445-6DFE-425B-B70F-1AD2B7EF4093}" destId="{1825892B-4962-4C95-8C1B-830D0A7E6C35}" srcOrd="0" destOrd="0" presId="urn:microsoft.com/office/officeart/2005/8/layout/pyramid2"/>
    <dgm:cxn modelId="{60488B67-65C1-46F4-B50F-C8FDEA1F37EB}" type="presOf" srcId="{96DADDA7-0C12-48D7-85D4-A7CF175482C4}" destId="{0A0B5FDD-5623-4DFE-BE09-80EB54A72B7B}" srcOrd="0" destOrd="0" presId="urn:microsoft.com/office/officeart/2005/8/layout/pyramid2"/>
    <dgm:cxn modelId="{CAB170F1-A21C-4EB4-82B3-6ADBD81DB655}" srcId="{E26F6113-A939-4F42-B504-48B1D9058593}" destId="{96DADDA7-0C12-48D7-85D4-A7CF175482C4}" srcOrd="1" destOrd="0" parTransId="{B0AD28AD-64B1-414B-B289-111BAC0C7ACE}" sibTransId="{C933CB26-AD29-4701-98C2-06058589D457}"/>
    <dgm:cxn modelId="{592CE853-1573-452A-86B8-0BC92BA94C97}" type="presOf" srcId="{787BA27C-F08D-4C3B-A17F-DB0161AED544}" destId="{495A1B10-71F9-472D-A927-E673EDAC1AC3}" srcOrd="0" destOrd="0" presId="urn:microsoft.com/office/officeart/2005/8/layout/pyramid2"/>
    <dgm:cxn modelId="{411E8813-38B9-4CB5-8ADB-C90CA6CEFF4C}" srcId="{E26F6113-A939-4F42-B504-48B1D9058593}" destId="{787BA27C-F08D-4C3B-A17F-DB0161AED544}" srcOrd="2" destOrd="0" parTransId="{82BFBC5E-3FCB-4AF9-B9BE-08C95C11458A}" sibTransId="{78752E8F-F0BE-4F28-879D-E95F6E575B33}"/>
    <dgm:cxn modelId="{662313CC-F3EC-4BD7-A872-86AE218E7EE6}" srcId="{E26F6113-A939-4F42-B504-48B1D9058593}" destId="{78235445-6DFE-425B-B70F-1AD2B7EF4093}" srcOrd="0" destOrd="0" parTransId="{9935BB38-C9A8-49E8-93DA-67480D34FBDF}" sibTransId="{3E3EAA9A-FED3-4516-8ADA-8D2B3DA69E95}"/>
    <dgm:cxn modelId="{AEC1B94A-11C6-4320-9647-2A653BFD3B97}" type="presParOf" srcId="{8BED7418-05DA-425B-878A-46164636D3D5}" destId="{14F4C321-6061-4D2C-A24E-14C72495A2DB}" srcOrd="0" destOrd="0" presId="urn:microsoft.com/office/officeart/2005/8/layout/pyramid2"/>
    <dgm:cxn modelId="{16114617-217D-41C3-A6F8-E83E6C3F0D6A}" type="presParOf" srcId="{8BED7418-05DA-425B-878A-46164636D3D5}" destId="{D8136020-EB75-4A61-A041-C07ED5076C66}" srcOrd="1" destOrd="0" presId="urn:microsoft.com/office/officeart/2005/8/layout/pyramid2"/>
    <dgm:cxn modelId="{088C3635-28EE-4C3E-A7F7-F2DD739F0C59}" type="presParOf" srcId="{D8136020-EB75-4A61-A041-C07ED5076C66}" destId="{1825892B-4962-4C95-8C1B-830D0A7E6C35}" srcOrd="0" destOrd="0" presId="urn:microsoft.com/office/officeart/2005/8/layout/pyramid2"/>
    <dgm:cxn modelId="{136A39A4-2728-4502-9F0F-6749F6192A4B}" type="presParOf" srcId="{D8136020-EB75-4A61-A041-C07ED5076C66}" destId="{142C67B0-2BFF-46AC-BDC7-BF9D6D35D92B}" srcOrd="1" destOrd="0" presId="urn:microsoft.com/office/officeart/2005/8/layout/pyramid2"/>
    <dgm:cxn modelId="{9901882C-A75E-4B20-B6CC-2D85ED5999F4}" type="presParOf" srcId="{D8136020-EB75-4A61-A041-C07ED5076C66}" destId="{0A0B5FDD-5623-4DFE-BE09-80EB54A72B7B}" srcOrd="2" destOrd="0" presId="urn:microsoft.com/office/officeart/2005/8/layout/pyramid2"/>
    <dgm:cxn modelId="{F6ABC7ED-04A3-4DE2-A6C9-B73F64EFAC99}" type="presParOf" srcId="{D8136020-EB75-4A61-A041-C07ED5076C66}" destId="{C8AB159C-B9C6-4E2D-9CF5-F5C6AA766E59}" srcOrd="3" destOrd="0" presId="urn:microsoft.com/office/officeart/2005/8/layout/pyramid2"/>
    <dgm:cxn modelId="{DC65FC9C-1AA2-4714-831E-0DA5A920F59D}" type="presParOf" srcId="{D8136020-EB75-4A61-A041-C07ED5076C66}" destId="{495A1B10-71F9-472D-A927-E673EDAC1AC3}" srcOrd="4" destOrd="0" presId="urn:microsoft.com/office/officeart/2005/8/layout/pyramid2"/>
    <dgm:cxn modelId="{35CF67F4-DAF9-4E6B-B3E2-93A5BDB4C229}" type="presParOf" srcId="{D8136020-EB75-4A61-A041-C07ED5076C66}" destId="{D362A955-9577-46CD-ABE6-EBE389C00150}" srcOrd="5" destOrd="0" presId="urn:microsoft.com/office/officeart/2005/8/layout/pyramid2"/>
  </dgm:cxnLst>
  <dgm:bg/>
  <dgm:whole/>
</dgm:dataModel>
</file>

<file path=ppt/diagrams/data19.xml><?xml version="1.0" encoding="utf-8"?>
<dgm:dataModel xmlns:dgm="http://schemas.openxmlformats.org/drawingml/2006/diagram" xmlns:a="http://schemas.openxmlformats.org/drawingml/2006/main">
  <dgm:ptLst>
    <dgm:pt modelId="{FADF43AF-05B3-4149-B314-9C875C8AC13B}" type="doc">
      <dgm:prSet loTypeId="urn:microsoft.com/office/officeart/2005/8/layout/process3" loCatId="process" qsTypeId="urn:microsoft.com/office/officeart/2005/8/quickstyle/simple1" qsCatId="simple" csTypeId="urn:microsoft.com/office/officeart/2005/8/colors/accent1_2" csCatId="accent1"/>
      <dgm:spPr/>
      <dgm:t>
        <a:bodyPr/>
        <a:lstStyle/>
        <a:p>
          <a:endParaRPr lang="zh-CN" altLang="en-US"/>
        </a:p>
      </dgm:t>
    </dgm:pt>
    <dgm:pt modelId="{BD253D9F-3C1D-4683-B73E-A8EE450FBA15}">
      <dgm:prSet/>
      <dgm:spPr/>
      <dgm:t>
        <a:bodyPr/>
        <a:lstStyle/>
        <a:p>
          <a:pPr rtl="0"/>
          <a:r>
            <a:rPr lang="zh-CN" dirty="0" smtClean="0"/>
            <a:t>启动过程组</a:t>
          </a:r>
          <a:endParaRPr lang="zh-CN" dirty="0"/>
        </a:p>
      </dgm:t>
    </dgm:pt>
    <dgm:pt modelId="{ABB61CDB-0A7C-46E0-B3B6-9FE5BD19F09B}" type="parTrans" cxnId="{546DEE27-2BB3-4411-8C83-4AB0D874CD5C}">
      <dgm:prSet/>
      <dgm:spPr/>
      <dgm:t>
        <a:bodyPr/>
        <a:lstStyle/>
        <a:p>
          <a:endParaRPr lang="zh-CN" altLang="en-US"/>
        </a:p>
      </dgm:t>
    </dgm:pt>
    <dgm:pt modelId="{F905AA03-0DF3-4AAF-895A-1281CC309413}" type="sibTrans" cxnId="{546DEE27-2BB3-4411-8C83-4AB0D874CD5C}">
      <dgm:prSet/>
      <dgm:spPr/>
      <dgm:t>
        <a:bodyPr/>
        <a:lstStyle/>
        <a:p>
          <a:endParaRPr lang="zh-CN" altLang="en-US"/>
        </a:p>
      </dgm:t>
    </dgm:pt>
    <dgm:pt modelId="{AA907C1A-641C-4C31-9AB9-F6473269D899}">
      <dgm:prSet/>
      <dgm:spPr/>
      <dgm:t>
        <a:bodyPr/>
        <a:lstStyle/>
        <a:p>
          <a:pPr rtl="0"/>
          <a:r>
            <a:rPr lang="zh-CN" dirty="0" smtClean="0"/>
            <a:t>获得授权，定义一个新项目或现有项目的一个阶段，正式开始一个项目或阶段的一组过程。</a:t>
          </a:r>
          <a:endParaRPr lang="zh-CN" dirty="0"/>
        </a:p>
      </dgm:t>
    </dgm:pt>
    <dgm:pt modelId="{591DBFC4-6298-49C9-A1FF-4E4A38B6B1EF}" type="parTrans" cxnId="{7A455B04-199D-473E-AB6E-C36F03367954}">
      <dgm:prSet/>
      <dgm:spPr/>
      <dgm:t>
        <a:bodyPr/>
        <a:lstStyle/>
        <a:p>
          <a:endParaRPr lang="zh-CN" altLang="en-US"/>
        </a:p>
      </dgm:t>
    </dgm:pt>
    <dgm:pt modelId="{FCA36DE9-359A-4F55-9322-B73BE783B90F}" type="sibTrans" cxnId="{7A455B04-199D-473E-AB6E-C36F03367954}">
      <dgm:prSet/>
      <dgm:spPr/>
      <dgm:t>
        <a:bodyPr/>
        <a:lstStyle/>
        <a:p>
          <a:endParaRPr lang="zh-CN" altLang="en-US"/>
        </a:p>
      </dgm:t>
    </dgm:pt>
    <dgm:pt modelId="{4868CC4B-5C7B-4333-9DE5-EBACEC2AE1BF}">
      <dgm:prSet/>
      <dgm:spPr/>
      <dgm:t>
        <a:bodyPr/>
        <a:lstStyle/>
        <a:p>
          <a:pPr rtl="0"/>
          <a:r>
            <a:rPr lang="zh-CN" dirty="0" smtClean="0"/>
            <a:t>规划过程组</a:t>
          </a:r>
          <a:endParaRPr lang="zh-CN" dirty="0"/>
        </a:p>
      </dgm:t>
    </dgm:pt>
    <dgm:pt modelId="{B0621F1F-A12E-443F-B194-C8498AF9AB3C}" type="parTrans" cxnId="{82CE7EB8-0E60-4528-8591-E164C5AD800D}">
      <dgm:prSet/>
      <dgm:spPr/>
      <dgm:t>
        <a:bodyPr/>
        <a:lstStyle/>
        <a:p>
          <a:endParaRPr lang="zh-CN" altLang="en-US"/>
        </a:p>
      </dgm:t>
    </dgm:pt>
    <dgm:pt modelId="{9FB8C663-694A-4746-86AF-CF174A9F9019}" type="sibTrans" cxnId="{82CE7EB8-0E60-4528-8591-E164C5AD800D}">
      <dgm:prSet/>
      <dgm:spPr/>
      <dgm:t>
        <a:bodyPr/>
        <a:lstStyle/>
        <a:p>
          <a:endParaRPr lang="zh-CN" altLang="en-US"/>
        </a:p>
      </dgm:t>
    </dgm:pt>
    <dgm:pt modelId="{84FAD6ED-C8A6-40B2-A523-05D4E9258C99}">
      <dgm:prSet/>
      <dgm:spPr/>
      <dgm:t>
        <a:bodyPr/>
        <a:lstStyle/>
        <a:p>
          <a:pPr rtl="0"/>
          <a:r>
            <a:rPr lang="zh-CN" dirty="0" smtClean="0"/>
            <a:t>明确项目范围，优化目标，为实现目标而制定方案的一组过程。</a:t>
          </a:r>
          <a:endParaRPr lang="zh-CN" dirty="0"/>
        </a:p>
      </dgm:t>
    </dgm:pt>
    <dgm:pt modelId="{03DD5E89-7DEB-4FE3-ACA9-6EE696336716}" type="parTrans" cxnId="{5F5B28AE-D3D0-4451-8F15-689788817A84}">
      <dgm:prSet/>
      <dgm:spPr/>
      <dgm:t>
        <a:bodyPr/>
        <a:lstStyle/>
        <a:p>
          <a:endParaRPr lang="zh-CN" altLang="en-US"/>
        </a:p>
      </dgm:t>
    </dgm:pt>
    <dgm:pt modelId="{41B61662-F67C-46C0-BFF6-98B34686B0FF}" type="sibTrans" cxnId="{5F5B28AE-D3D0-4451-8F15-689788817A84}">
      <dgm:prSet/>
      <dgm:spPr/>
      <dgm:t>
        <a:bodyPr/>
        <a:lstStyle/>
        <a:p>
          <a:endParaRPr lang="zh-CN" altLang="en-US"/>
        </a:p>
      </dgm:t>
    </dgm:pt>
    <dgm:pt modelId="{6A8779A4-F88B-454A-870E-9625433B0F0A}">
      <dgm:prSet/>
      <dgm:spPr/>
      <dgm:t>
        <a:bodyPr/>
        <a:lstStyle/>
        <a:p>
          <a:pPr rtl="0"/>
          <a:r>
            <a:rPr lang="zh-CN" dirty="0" smtClean="0"/>
            <a:t>执行过程组</a:t>
          </a:r>
          <a:endParaRPr lang="zh-CN" dirty="0"/>
        </a:p>
      </dgm:t>
    </dgm:pt>
    <dgm:pt modelId="{F8F0D871-76E5-4F6D-BF19-00DFA730FC8C}" type="parTrans" cxnId="{4FA92315-DF69-482D-8458-CBEA7F1B4D01}">
      <dgm:prSet/>
      <dgm:spPr/>
      <dgm:t>
        <a:bodyPr/>
        <a:lstStyle/>
        <a:p>
          <a:endParaRPr lang="zh-CN" altLang="en-US"/>
        </a:p>
      </dgm:t>
    </dgm:pt>
    <dgm:pt modelId="{8CC7BF28-B404-446E-8F19-C917B6BFBDBE}" type="sibTrans" cxnId="{4FA92315-DF69-482D-8458-CBEA7F1B4D01}">
      <dgm:prSet/>
      <dgm:spPr/>
      <dgm:t>
        <a:bodyPr/>
        <a:lstStyle/>
        <a:p>
          <a:endParaRPr lang="zh-CN" altLang="en-US"/>
        </a:p>
      </dgm:t>
    </dgm:pt>
    <dgm:pt modelId="{896F73D8-54BB-45F6-9BC6-ECA405C6803A}">
      <dgm:prSet/>
      <dgm:spPr/>
      <dgm:t>
        <a:bodyPr/>
        <a:lstStyle/>
        <a:p>
          <a:pPr rtl="0"/>
          <a:r>
            <a:rPr lang="zh-CN" dirty="0" smtClean="0"/>
            <a:t>完成项目计划中确定的工作已完成项目目标的一组过程。</a:t>
          </a:r>
          <a:endParaRPr lang="zh-CN" dirty="0"/>
        </a:p>
      </dgm:t>
    </dgm:pt>
    <dgm:pt modelId="{4F80290F-08D8-42EC-8954-248E54251323}" type="parTrans" cxnId="{5D0D8C4E-439F-49B4-BA58-66F4C79EAA37}">
      <dgm:prSet/>
      <dgm:spPr/>
      <dgm:t>
        <a:bodyPr/>
        <a:lstStyle/>
        <a:p>
          <a:endParaRPr lang="zh-CN" altLang="en-US"/>
        </a:p>
      </dgm:t>
    </dgm:pt>
    <dgm:pt modelId="{211CCF7A-FA10-4B85-8F45-4CA3DAA72F82}" type="sibTrans" cxnId="{5D0D8C4E-439F-49B4-BA58-66F4C79EAA37}">
      <dgm:prSet/>
      <dgm:spPr/>
      <dgm:t>
        <a:bodyPr/>
        <a:lstStyle/>
        <a:p>
          <a:endParaRPr lang="zh-CN" altLang="en-US"/>
        </a:p>
      </dgm:t>
    </dgm:pt>
    <dgm:pt modelId="{FDFDEEC3-B22F-487E-9622-4826565A64B0}">
      <dgm:prSet/>
      <dgm:spPr/>
      <dgm:t>
        <a:bodyPr/>
        <a:lstStyle/>
        <a:p>
          <a:pPr rtl="0"/>
          <a:r>
            <a:rPr lang="zh-CN" dirty="0" smtClean="0"/>
            <a:t>监控过程组</a:t>
          </a:r>
          <a:endParaRPr lang="zh-CN" dirty="0"/>
        </a:p>
      </dgm:t>
    </dgm:pt>
    <dgm:pt modelId="{0DBCD6D3-3CC4-4388-8BFA-A7A2A5609029}" type="parTrans" cxnId="{A508E682-FB22-4434-B7EB-94BC442F717F}">
      <dgm:prSet/>
      <dgm:spPr/>
      <dgm:t>
        <a:bodyPr/>
        <a:lstStyle/>
        <a:p>
          <a:endParaRPr lang="zh-CN" altLang="en-US"/>
        </a:p>
      </dgm:t>
    </dgm:pt>
    <dgm:pt modelId="{5726C561-27D6-4BF5-8992-78C21E1C0F9F}" type="sibTrans" cxnId="{A508E682-FB22-4434-B7EB-94BC442F717F}">
      <dgm:prSet/>
      <dgm:spPr/>
      <dgm:t>
        <a:bodyPr/>
        <a:lstStyle/>
        <a:p>
          <a:endParaRPr lang="zh-CN" altLang="en-US"/>
        </a:p>
      </dgm:t>
    </dgm:pt>
    <dgm:pt modelId="{3A336DFE-67CF-4682-87ED-23589C40DCA3}">
      <dgm:prSet/>
      <dgm:spPr/>
      <dgm:t>
        <a:bodyPr/>
        <a:lstStyle/>
        <a:p>
          <a:pPr rtl="0"/>
          <a:r>
            <a:rPr lang="zh-CN" dirty="0" smtClean="0"/>
            <a:t>跟踪，审查，调整项目进度及绩效，识别必要的计划变更并启动必要变更的一组过程。</a:t>
          </a:r>
          <a:endParaRPr lang="zh-CN" dirty="0"/>
        </a:p>
      </dgm:t>
    </dgm:pt>
    <dgm:pt modelId="{89BC84E6-063F-4DCE-86A2-952314BA956C}" type="parTrans" cxnId="{FE2B0196-82D9-4FCB-A661-96BDC766BED1}">
      <dgm:prSet/>
      <dgm:spPr/>
      <dgm:t>
        <a:bodyPr/>
        <a:lstStyle/>
        <a:p>
          <a:endParaRPr lang="zh-CN" altLang="en-US"/>
        </a:p>
      </dgm:t>
    </dgm:pt>
    <dgm:pt modelId="{8BA646FC-FDF4-4B8C-9527-F4B7E564E916}" type="sibTrans" cxnId="{FE2B0196-82D9-4FCB-A661-96BDC766BED1}">
      <dgm:prSet/>
      <dgm:spPr/>
      <dgm:t>
        <a:bodyPr/>
        <a:lstStyle/>
        <a:p>
          <a:endParaRPr lang="zh-CN" altLang="en-US"/>
        </a:p>
      </dgm:t>
    </dgm:pt>
    <dgm:pt modelId="{68A7D476-3658-4312-BFDE-2185A2ABAF9E}">
      <dgm:prSet/>
      <dgm:spPr/>
      <dgm:t>
        <a:bodyPr/>
        <a:lstStyle/>
        <a:p>
          <a:pPr rtl="0"/>
          <a:r>
            <a:rPr lang="zh-CN" dirty="0" smtClean="0"/>
            <a:t>收尾过程组</a:t>
          </a:r>
          <a:endParaRPr lang="zh-CN" dirty="0"/>
        </a:p>
      </dgm:t>
    </dgm:pt>
    <dgm:pt modelId="{5600D97F-91C3-4DBC-BBA9-A3435F1FF71E}" type="parTrans" cxnId="{BD3EA942-D780-4058-8CB2-4BC459B588EC}">
      <dgm:prSet/>
      <dgm:spPr/>
      <dgm:t>
        <a:bodyPr/>
        <a:lstStyle/>
        <a:p>
          <a:endParaRPr lang="zh-CN" altLang="en-US"/>
        </a:p>
      </dgm:t>
    </dgm:pt>
    <dgm:pt modelId="{A86235B3-E462-4911-AC45-F4BC8FAD3B76}" type="sibTrans" cxnId="{BD3EA942-D780-4058-8CB2-4BC459B588EC}">
      <dgm:prSet/>
      <dgm:spPr/>
      <dgm:t>
        <a:bodyPr/>
        <a:lstStyle/>
        <a:p>
          <a:endParaRPr lang="zh-CN" altLang="en-US"/>
        </a:p>
      </dgm:t>
    </dgm:pt>
    <dgm:pt modelId="{6A370EBA-5088-42DC-B827-F39C83B7C9E2}">
      <dgm:prSet/>
      <dgm:spPr/>
      <dgm:t>
        <a:bodyPr/>
        <a:lstStyle/>
        <a:p>
          <a:pPr rtl="0"/>
          <a:r>
            <a:rPr lang="zh-CN" dirty="0" smtClean="0"/>
            <a:t>为完结所有过程组的活动以正式结束项目或阶段而实施的一组过程。</a:t>
          </a:r>
          <a:endParaRPr lang="zh-CN" dirty="0"/>
        </a:p>
      </dgm:t>
    </dgm:pt>
    <dgm:pt modelId="{63B73037-70BD-4503-B239-BBB0781DCC82}" type="parTrans" cxnId="{612BEBBC-9A9B-45B2-9118-6B0AFDBB88E5}">
      <dgm:prSet/>
      <dgm:spPr/>
      <dgm:t>
        <a:bodyPr/>
        <a:lstStyle/>
        <a:p>
          <a:endParaRPr lang="zh-CN" altLang="en-US"/>
        </a:p>
      </dgm:t>
    </dgm:pt>
    <dgm:pt modelId="{BF212452-7DBF-4CA2-8FC5-4BCDBB753DDA}" type="sibTrans" cxnId="{612BEBBC-9A9B-45B2-9118-6B0AFDBB88E5}">
      <dgm:prSet/>
      <dgm:spPr/>
      <dgm:t>
        <a:bodyPr/>
        <a:lstStyle/>
        <a:p>
          <a:endParaRPr lang="zh-CN" altLang="en-US"/>
        </a:p>
      </dgm:t>
    </dgm:pt>
    <dgm:pt modelId="{4A893D52-9B52-4F42-97B6-6A358EFA67A3}" type="pres">
      <dgm:prSet presAssocID="{FADF43AF-05B3-4149-B314-9C875C8AC13B}" presName="linearFlow" presStyleCnt="0">
        <dgm:presLayoutVars>
          <dgm:dir/>
          <dgm:animLvl val="lvl"/>
          <dgm:resizeHandles val="exact"/>
        </dgm:presLayoutVars>
      </dgm:prSet>
      <dgm:spPr/>
      <dgm:t>
        <a:bodyPr/>
        <a:lstStyle/>
        <a:p>
          <a:endParaRPr lang="zh-CN" altLang="en-US"/>
        </a:p>
      </dgm:t>
    </dgm:pt>
    <dgm:pt modelId="{61B3A7D7-3835-4DF7-B5DF-BE2D5AE1839E}" type="pres">
      <dgm:prSet presAssocID="{BD253D9F-3C1D-4683-B73E-A8EE450FBA15}" presName="composite" presStyleCnt="0"/>
      <dgm:spPr/>
    </dgm:pt>
    <dgm:pt modelId="{DF86D547-5ECF-4638-B14D-E411D0681713}" type="pres">
      <dgm:prSet presAssocID="{BD253D9F-3C1D-4683-B73E-A8EE450FBA15}" presName="parTx" presStyleLbl="node1" presStyleIdx="0" presStyleCnt="5">
        <dgm:presLayoutVars>
          <dgm:chMax val="0"/>
          <dgm:chPref val="0"/>
          <dgm:bulletEnabled val="1"/>
        </dgm:presLayoutVars>
      </dgm:prSet>
      <dgm:spPr/>
      <dgm:t>
        <a:bodyPr/>
        <a:lstStyle/>
        <a:p>
          <a:endParaRPr lang="zh-CN" altLang="en-US"/>
        </a:p>
      </dgm:t>
    </dgm:pt>
    <dgm:pt modelId="{BEBD8537-32C5-4CBF-B645-54D7F170B18F}" type="pres">
      <dgm:prSet presAssocID="{BD253D9F-3C1D-4683-B73E-A8EE450FBA15}" presName="parSh" presStyleLbl="node1" presStyleIdx="0" presStyleCnt="5"/>
      <dgm:spPr/>
      <dgm:t>
        <a:bodyPr/>
        <a:lstStyle/>
        <a:p>
          <a:endParaRPr lang="zh-CN" altLang="en-US"/>
        </a:p>
      </dgm:t>
    </dgm:pt>
    <dgm:pt modelId="{DBEA44D8-166A-4530-BB49-AAA027E55D58}" type="pres">
      <dgm:prSet presAssocID="{BD253D9F-3C1D-4683-B73E-A8EE450FBA15}" presName="desTx" presStyleLbl="fgAcc1" presStyleIdx="0" presStyleCnt="5">
        <dgm:presLayoutVars>
          <dgm:bulletEnabled val="1"/>
        </dgm:presLayoutVars>
      </dgm:prSet>
      <dgm:spPr/>
      <dgm:t>
        <a:bodyPr/>
        <a:lstStyle/>
        <a:p>
          <a:endParaRPr lang="zh-CN" altLang="en-US"/>
        </a:p>
      </dgm:t>
    </dgm:pt>
    <dgm:pt modelId="{5E72DCCF-D88F-44DB-A1C0-768617BB3152}" type="pres">
      <dgm:prSet presAssocID="{F905AA03-0DF3-4AAF-895A-1281CC309413}" presName="sibTrans" presStyleLbl="sibTrans2D1" presStyleIdx="0" presStyleCnt="4"/>
      <dgm:spPr/>
      <dgm:t>
        <a:bodyPr/>
        <a:lstStyle/>
        <a:p>
          <a:endParaRPr lang="zh-CN" altLang="en-US"/>
        </a:p>
      </dgm:t>
    </dgm:pt>
    <dgm:pt modelId="{38C1D119-3220-427A-92CB-DC2F9748AEB8}" type="pres">
      <dgm:prSet presAssocID="{F905AA03-0DF3-4AAF-895A-1281CC309413}" presName="connTx" presStyleLbl="sibTrans2D1" presStyleIdx="0" presStyleCnt="4"/>
      <dgm:spPr/>
      <dgm:t>
        <a:bodyPr/>
        <a:lstStyle/>
        <a:p>
          <a:endParaRPr lang="zh-CN" altLang="en-US"/>
        </a:p>
      </dgm:t>
    </dgm:pt>
    <dgm:pt modelId="{308A046B-8B86-4042-9369-CB9981D83333}" type="pres">
      <dgm:prSet presAssocID="{4868CC4B-5C7B-4333-9DE5-EBACEC2AE1BF}" presName="composite" presStyleCnt="0"/>
      <dgm:spPr/>
    </dgm:pt>
    <dgm:pt modelId="{F3A3F33F-53F9-4D7E-87B6-685E67347CB5}" type="pres">
      <dgm:prSet presAssocID="{4868CC4B-5C7B-4333-9DE5-EBACEC2AE1BF}" presName="parTx" presStyleLbl="node1" presStyleIdx="0" presStyleCnt="5">
        <dgm:presLayoutVars>
          <dgm:chMax val="0"/>
          <dgm:chPref val="0"/>
          <dgm:bulletEnabled val="1"/>
        </dgm:presLayoutVars>
      </dgm:prSet>
      <dgm:spPr/>
      <dgm:t>
        <a:bodyPr/>
        <a:lstStyle/>
        <a:p>
          <a:endParaRPr lang="zh-CN" altLang="en-US"/>
        </a:p>
      </dgm:t>
    </dgm:pt>
    <dgm:pt modelId="{7B267A3B-189F-4C05-9854-4D6D486F0EBF}" type="pres">
      <dgm:prSet presAssocID="{4868CC4B-5C7B-4333-9DE5-EBACEC2AE1BF}" presName="parSh" presStyleLbl="node1" presStyleIdx="1" presStyleCnt="5"/>
      <dgm:spPr/>
      <dgm:t>
        <a:bodyPr/>
        <a:lstStyle/>
        <a:p>
          <a:endParaRPr lang="zh-CN" altLang="en-US"/>
        </a:p>
      </dgm:t>
    </dgm:pt>
    <dgm:pt modelId="{55E376A2-C4F3-4ACF-8B0F-69CB66BDEE91}" type="pres">
      <dgm:prSet presAssocID="{4868CC4B-5C7B-4333-9DE5-EBACEC2AE1BF}" presName="desTx" presStyleLbl="fgAcc1" presStyleIdx="1" presStyleCnt="5">
        <dgm:presLayoutVars>
          <dgm:bulletEnabled val="1"/>
        </dgm:presLayoutVars>
      </dgm:prSet>
      <dgm:spPr/>
      <dgm:t>
        <a:bodyPr/>
        <a:lstStyle/>
        <a:p>
          <a:endParaRPr lang="zh-CN" altLang="en-US"/>
        </a:p>
      </dgm:t>
    </dgm:pt>
    <dgm:pt modelId="{CB8FA516-0594-4BB3-B4D4-4BE2241FE373}" type="pres">
      <dgm:prSet presAssocID="{9FB8C663-694A-4746-86AF-CF174A9F9019}" presName="sibTrans" presStyleLbl="sibTrans2D1" presStyleIdx="1" presStyleCnt="4"/>
      <dgm:spPr/>
      <dgm:t>
        <a:bodyPr/>
        <a:lstStyle/>
        <a:p>
          <a:endParaRPr lang="zh-CN" altLang="en-US"/>
        </a:p>
      </dgm:t>
    </dgm:pt>
    <dgm:pt modelId="{2D242D77-6CFF-41B4-A6B2-39ED330CE2F9}" type="pres">
      <dgm:prSet presAssocID="{9FB8C663-694A-4746-86AF-CF174A9F9019}" presName="connTx" presStyleLbl="sibTrans2D1" presStyleIdx="1" presStyleCnt="4"/>
      <dgm:spPr/>
      <dgm:t>
        <a:bodyPr/>
        <a:lstStyle/>
        <a:p>
          <a:endParaRPr lang="zh-CN" altLang="en-US"/>
        </a:p>
      </dgm:t>
    </dgm:pt>
    <dgm:pt modelId="{B6955E51-95C4-41CA-887D-6D64DBC896CE}" type="pres">
      <dgm:prSet presAssocID="{6A8779A4-F88B-454A-870E-9625433B0F0A}" presName="composite" presStyleCnt="0"/>
      <dgm:spPr/>
    </dgm:pt>
    <dgm:pt modelId="{5DD90C55-2B5F-4B34-9808-12D208980F9D}" type="pres">
      <dgm:prSet presAssocID="{6A8779A4-F88B-454A-870E-9625433B0F0A}" presName="parTx" presStyleLbl="node1" presStyleIdx="1" presStyleCnt="5">
        <dgm:presLayoutVars>
          <dgm:chMax val="0"/>
          <dgm:chPref val="0"/>
          <dgm:bulletEnabled val="1"/>
        </dgm:presLayoutVars>
      </dgm:prSet>
      <dgm:spPr/>
      <dgm:t>
        <a:bodyPr/>
        <a:lstStyle/>
        <a:p>
          <a:endParaRPr lang="zh-CN" altLang="en-US"/>
        </a:p>
      </dgm:t>
    </dgm:pt>
    <dgm:pt modelId="{6F55EF60-112A-488E-9C7E-EC40258FE970}" type="pres">
      <dgm:prSet presAssocID="{6A8779A4-F88B-454A-870E-9625433B0F0A}" presName="parSh" presStyleLbl="node1" presStyleIdx="2" presStyleCnt="5"/>
      <dgm:spPr/>
      <dgm:t>
        <a:bodyPr/>
        <a:lstStyle/>
        <a:p>
          <a:endParaRPr lang="zh-CN" altLang="en-US"/>
        </a:p>
      </dgm:t>
    </dgm:pt>
    <dgm:pt modelId="{C5F1BEED-F716-418F-A504-3DC62694FA6F}" type="pres">
      <dgm:prSet presAssocID="{6A8779A4-F88B-454A-870E-9625433B0F0A}" presName="desTx" presStyleLbl="fgAcc1" presStyleIdx="2" presStyleCnt="5">
        <dgm:presLayoutVars>
          <dgm:bulletEnabled val="1"/>
        </dgm:presLayoutVars>
      </dgm:prSet>
      <dgm:spPr/>
      <dgm:t>
        <a:bodyPr/>
        <a:lstStyle/>
        <a:p>
          <a:endParaRPr lang="zh-CN" altLang="en-US"/>
        </a:p>
      </dgm:t>
    </dgm:pt>
    <dgm:pt modelId="{56907F84-BA41-40C8-8899-C6110583CC8C}" type="pres">
      <dgm:prSet presAssocID="{8CC7BF28-B404-446E-8F19-C917B6BFBDBE}" presName="sibTrans" presStyleLbl="sibTrans2D1" presStyleIdx="2" presStyleCnt="4"/>
      <dgm:spPr/>
      <dgm:t>
        <a:bodyPr/>
        <a:lstStyle/>
        <a:p>
          <a:endParaRPr lang="zh-CN" altLang="en-US"/>
        </a:p>
      </dgm:t>
    </dgm:pt>
    <dgm:pt modelId="{16082CC2-65CB-4C0B-A384-DAEC6EE3FC50}" type="pres">
      <dgm:prSet presAssocID="{8CC7BF28-B404-446E-8F19-C917B6BFBDBE}" presName="connTx" presStyleLbl="sibTrans2D1" presStyleIdx="2" presStyleCnt="4"/>
      <dgm:spPr/>
      <dgm:t>
        <a:bodyPr/>
        <a:lstStyle/>
        <a:p>
          <a:endParaRPr lang="zh-CN" altLang="en-US"/>
        </a:p>
      </dgm:t>
    </dgm:pt>
    <dgm:pt modelId="{C14C718E-6466-4C00-A8A3-45241FABC540}" type="pres">
      <dgm:prSet presAssocID="{FDFDEEC3-B22F-487E-9622-4826565A64B0}" presName="composite" presStyleCnt="0"/>
      <dgm:spPr/>
    </dgm:pt>
    <dgm:pt modelId="{B3393D18-BD7F-4E42-8EFC-B323ADA379CD}" type="pres">
      <dgm:prSet presAssocID="{FDFDEEC3-B22F-487E-9622-4826565A64B0}" presName="parTx" presStyleLbl="node1" presStyleIdx="2" presStyleCnt="5">
        <dgm:presLayoutVars>
          <dgm:chMax val="0"/>
          <dgm:chPref val="0"/>
          <dgm:bulletEnabled val="1"/>
        </dgm:presLayoutVars>
      </dgm:prSet>
      <dgm:spPr/>
      <dgm:t>
        <a:bodyPr/>
        <a:lstStyle/>
        <a:p>
          <a:endParaRPr lang="zh-CN" altLang="en-US"/>
        </a:p>
      </dgm:t>
    </dgm:pt>
    <dgm:pt modelId="{6CE4C3A5-0D96-46C2-9132-618C3F16D84E}" type="pres">
      <dgm:prSet presAssocID="{FDFDEEC3-B22F-487E-9622-4826565A64B0}" presName="parSh" presStyleLbl="node1" presStyleIdx="3" presStyleCnt="5"/>
      <dgm:spPr/>
      <dgm:t>
        <a:bodyPr/>
        <a:lstStyle/>
        <a:p>
          <a:endParaRPr lang="zh-CN" altLang="en-US"/>
        </a:p>
      </dgm:t>
    </dgm:pt>
    <dgm:pt modelId="{D2677F22-3250-43A8-BF3E-B902E0220E9D}" type="pres">
      <dgm:prSet presAssocID="{FDFDEEC3-B22F-487E-9622-4826565A64B0}" presName="desTx" presStyleLbl="fgAcc1" presStyleIdx="3" presStyleCnt="5">
        <dgm:presLayoutVars>
          <dgm:bulletEnabled val="1"/>
        </dgm:presLayoutVars>
      </dgm:prSet>
      <dgm:spPr/>
      <dgm:t>
        <a:bodyPr/>
        <a:lstStyle/>
        <a:p>
          <a:endParaRPr lang="zh-CN" altLang="en-US"/>
        </a:p>
      </dgm:t>
    </dgm:pt>
    <dgm:pt modelId="{59F66FB1-1A89-4604-AD0A-5AA2D99792C9}" type="pres">
      <dgm:prSet presAssocID="{5726C561-27D6-4BF5-8992-78C21E1C0F9F}" presName="sibTrans" presStyleLbl="sibTrans2D1" presStyleIdx="3" presStyleCnt="4"/>
      <dgm:spPr/>
      <dgm:t>
        <a:bodyPr/>
        <a:lstStyle/>
        <a:p>
          <a:endParaRPr lang="zh-CN" altLang="en-US"/>
        </a:p>
      </dgm:t>
    </dgm:pt>
    <dgm:pt modelId="{FBF122A2-5009-4936-B266-9A4C017AB359}" type="pres">
      <dgm:prSet presAssocID="{5726C561-27D6-4BF5-8992-78C21E1C0F9F}" presName="connTx" presStyleLbl="sibTrans2D1" presStyleIdx="3" presStyleCnt="4"/>
      <dgm:spPr/>
      <dgm:t>
        <a:bodyPr/>
        <a:lstStyle/>
        <a:p>
          <a:endParaRPr lang="zh-CN" altLang="en-US"/>
        </a:p>
      </dgm:t>
    </dgm:pt>
    <dgm:pt modelId="{E9FAB6D1-BCA0-4C8C-84F2-B76F02551510}" type="pres">
      <dgm:prSet presAssocID="{68A7D476-3658-4312-BFDE-2185A2ABAF9E}" presName="composite" presStyleCnt="0"/>
      <dgm:spPr/>
    </dgm:pt>
    <dgm:pt modelId="{E450FDF1-94A3-4AA4-A59F-F23F29FCAC18}" type="pres">
      <dgm:prSet presAssocID="{68A7D476-3658-4312-BFDE-2185A2ABAF9E}" presName="parTx" presStyleLbl="node1" presStyleIdx="3" presStyleCnt="5">
        <dgm:presLayoutVars>
          <dgm:chMax val="0"/>
          <dgm:chPref val="0"/>
          <dgm:bulletEnabled val="1"/>
        </dgm:presLayoutVars>
      </dgm:prSet>
      <dgm:spPr/>
      <dgm:t>
        <a:bodyPr/>
        <a:lstStyle/>
        <a:p>
          <a:endParaRPr lang="zh-CN" altLang="en-US"/>
        </a:p>
      </dgm:t>
    </dgm:pt>
    <dgm:pt modelId="{1166AA6B-EE56-4193-9F56-020DE4C1BD4C}" type="pres">
      <dgm:prSet presAssocID="{68A7D476-3658-4312-BFDE-2185A2ABAF9E}" presName="parSh" presStyleLbl="node1" presStyleIdx="4" presStyleCnt="5"/>
      <dgm:spPr/>
      <dgm:t>
        <a:bodyPr/>
        <a:lstStyle/>
        <a:p>
          <a:endParaRPr lang="zh-CN" altLang="en-US"/>
        </a:p>
      </dgm:t>
    </dgm:pt>
    <dgm:pt modelId="{900CC08E-5F7E-4085-828C-57479D9B7B90}" type="pres">
      <dgm:prSet presAssocID="{68A7D476-3658-4312-BFDE-2185A2ABAF9E}" presName="desTx" presStyleLbl="fgAcc1" presStyleIdx="4" presStyleCnt="5">
        <dgm:presLayoutVars>
          <dgm:bulletEnabled val="1"/>
        </dgm:presLayoutVars>
      </dgm:prSet>
      <dgm:spPr/>
      <dgm:t>
        <a:bodyPr/>
        <a:lstStyle/>
        <a:p>
          <a:endParaRPr lang="zh-CN" altLang="en-US"/>
        </a:p>
      </dgm:t>
    </dgm:pt>
  </dgm:ptLst>
  <dgm:cxnLst>
    <dgm:cxn modelId="{C319604C-6887-44AA-8031-38D7C09129BD}" type="presOf" srcId="{AA907C1A-641C-4C31-9AB9-F6473269D899}" destId="{DBEA44D8-166A-4530-BB49-AAA027E55D58}" srcOrd="0" destOrd="0" presId="urn:microsoft.com/office/officeart/2005/8/layout/process3"/>
    <dgm:cxn modelId="{4D5C63B3-43A2-4052-9A33-8E5C3381D2D2}" type="presOf" srcId="{6A8779A4-F88B-454A-870E-9625433B0F0A}" destId="{5DD90C55-2B5F-4B34-9808-12D208980F9D}" srcOrd="0" destOrd="0" presId="urn:microsoft.com/office/officeart/2005/8/layout/process3"/>
    <dgm:cxn modelId="{7EA4A891-3332-4B00-A3A3-84693FC604A9}" type="presOf" srcId="{5726C561-27D6-4BF5-8992-78C21E1C0F9F}" destId="{FBF122A2-5009-4936-B266-9A4C017AB359}" srcOrd="1" destOrd="0" presId="urn:microsoft.com/office/officeart/2005/8/layout/process3"/>
    <dgm:cxn modelId="{5D0D8C4E-439F-49B4-BA58-66F4C79EAA37}" srcId="{6A8779A4-F88B-454A-870E-9625433B0F0A}" destId="{896F73D8-54BB-45F6-9BC6-ECA405C6803A}" srcOrd="0" destOrd="0" parTransId="{4F80290F-08D8-42EC-8954-248E54251323}" sibTransId="{211CCF7A-FA10-4B85-8F45-4CA3DAA72F82}"/>
    <dgm:cxn modelId="{FE2B0196-82D9-4FCB-A661-96BDC766BED1}" srcId="{FDFDEEC3-B22F-487E-9622-4826565A64B0}" destId="{3A336DFE-67CF-4682-87ED-23589C40DCA3}" srcOrd="0" destOrd="0" parTransId="{89BC84E6-063F-4DCE-86A2-952314BA956C}" sibTransId="{8BA646FC-FDF4-4B8C-9527-F4B7E564E916}"/>
    <dgm:cxn modelId="{7A455B04-199D-473E-AB6E-C36F03367954}" srcId="{BD253D9F-3C1D-4683-B73E-A8EE450FBA15}" destId="{AA907C1A-641C-4C31-9AB9-F6473269D899}" srcOrd="0" destOrd="0" parTransId="{591DBFC4-6298-49C9-A1FF-4E4A38B6B1EF}" sibTransId="{FCA36DE9-359A-4F55-9322-B73BE783B90F}"/>
    <dgm:cxn modelId="{50657422-5C1C-48F6-AEAB-ED042FA01B54}" type="presOf" srcId="{FADF43AF-05B3-4149-B314-9C875C8AC13B}" destId="{4A893D52-9B52-4F42-97B6-6A358EFA67A3}" srcOrd="0" destOrd="0" presId="urn:microsoft.com/office/officeart/2005/8/layout/process3"/>
    <dgm:cxn modelId="{AED0D894-D2FF-4F0E-969C-8CBE0847CC5F}" type="presOf" srcId="{FDFDEEC3-B22F-487E-9622-4826565A64B0}" destId="{B3393D18-BD7F-4E42-8EFC-B323ADA379CD}" srcOrd="0" destOrd="0" presId="urn:microsoft.com/office/officeart/2005/8/layout/process3"/>
    <dgm:cxn modelId="{62C5B152-241C-43E2-9BD4-7B6244644701}" type="presOf" srcId="{6A8779A4-F88B-454A-870E-9625433B0F0A}" destId="{6F55EF60-112A-488E-9C7E-EC40258FE970}" srcOrd="1" destOrd="0" presId="urn:microsoft.com/office/officeart/2005/8/layout/process3"/>
    <dgm:cxn modelId="{546DEE27-2BB3-4411-8C83-4AB0D874CD5C}" srcId="{FADF43AF-05B3-4149-B314-9C875C8AC13B}" destId="{BD253D9F-3C1D-4683-B73E-A8EE450FBA15}" srcOrd="0" destOrd="0" parTransId="{ABB61CDB-0A7C-46E0-B3B6-9FE5BD19F09B}" sibTransId="{F905AA03-0DF3-4AAF-895A-1281CC309413}"/>
    <dgm:cxn modelId="{697608C0-E3CB-4A19-BA6B-A7E5D0A411D3}" type="presOf" srcId="{68A7D476-3658-4312-BFDE-2185A2ABAF9E}" destId="{1166AA6B-EE56-4193-9F56-020DE4C1BD4C}" srcOrd="1" destOrd="0" presId="urn:microsoft.com/office/officeart/2005/8/layout/process3"/>
    <dgm:cxn modelId="{0E88460B-B2F1-46BC-BC2D-AF911DC4E76F}" type="presOf" srcId="{8CC7BF28-B404-446E-8F19-C917B6BFBDBE}" destId="{16082CC2-65CB-4C0B-A384-DAEC6EE3FC50}" srcOrd="1" destOrd="0" presId="urn:microsoft.com/office/officeart/2005/8/layout/process3"/>
    <dgm:cxn modelId="{A508E682-FB22-4434-B7EB-94BC442F717F}" srcId="{FADF43AF-05B3-4149-B314-9C875C8AC13B}" destId="{FDFDEEC3-B22F-487E-9622-4826565A64B0}" srcOrd="3" destOrd="0" parTransId="{0DBCD6D3-3CC4-4388-8BFA-A7A2A5609029}" sibTransId="{5726C561-27D6-4BF5-8992-78C21E1C0F9F}"/>
    <dgm:cxn modelId="{45F0E29E-DB76-4232-91B1-610B2A980E0B}" type="presOf" srcId="{F905AA03-0DF3-4AAF-895A-1281CC309413}" destId="{38C1D119-3220-427A-92CB-DC2F9748AEB8}" srcOrd="1" destOrd="0" presId="urn:microsoft.com/office/officeart/2005/8/layout/process3"/>
    <dgm:cxn modelId="{6E475A48-0B34-48BB-915F-076549228EFA}" type="presOf" srcId="{BD253D9F-3C1D-4683-B73E-A8EE450FBA15}" destId="{BEBD8537-32C5-4CBF-B645-54D7F170B18F}" srcOrd="1" destOrd="0" presId="urn:microsoft.com/office/officeart/2005/8/layout/process3"/>
    <dgm:cxn modelId="{10232D89-B95E-40F1-8DB9-412CB5887EA5}" type="presOf" srcId="{3A336DFE-67CF-4682-87ED-23589C40DCA3}" destId="{D2677F22-3250-43A8-BF3E-B902E0220E9D}" srcOrd="0" destOrd="0" presId="urn:microsoft.com/office/officeart/2005/8/layout/process3"/>
    <dgm:cxn modelId="{5A4F1672-7251-4FC8-BC4D-96DDBD48BF30}" type="presOf" srcId="{BD253D9F-3C1D-4683-B73E-A8EE450FBA15}" destId="{DF86D547-5ECF-4638-B14D-E411D0681713}" srcOrd="0" destOrd="0" presId="urn:microsoft.com/office/officeart/2005/8/layout/process3"/>
    <dgm:cxn modelId="{52438FEF-8CB9-4D53-B069-1C0FCC59DA57}" type="presOf" srcId="{896F73D8-54BB-45F6-9BC6-ECA405C6803A}" destId="{C5F1BEED-F716-418F-A504-3DC62694FA6F}" srcOrd="0" destOrd="0" presId="urn:microsoft.com/office/officeart/2005/8/layout/process3"/>
    <dgm:cxn modelId="{990C5A69-11D4-4F2C-A117-A1305B5872AC}" type="presOf" srcId="{6A370EBA-5088-42DC-B827-F39C83B7C9E2}" destId="{900CC08E-5F7E-4085-828C-57479D9B7B90}" srcOrd="0" destOrd="0" presId="urn:microsoft.com/office/officeart/2005/8/layout/process3"/>
    <dgm:cxn modelId="{DC671891-E7A8-43C8-92FA-E49E8B16DC57}" type="presOf" srcId="{9FB8C663-694A-4746-86AF-CF174A9F9019}" destId="{CB8FA516-0594-4BB3-B4D4-4BE2241FE373}" srcOrd="0" destOrd="0" presId="urn:microsoft.com/office/officeart/2005/8/layout/process3"/>
    <dgm:cxn modelId="{40588440-1F46-4B7C-895A-2EA8A4376D3B}" type="presOf" srcId="{4868CC4B-5C7B-4333-9DE5-EBACEC2AE1BF}" destId="{F3A3F33F-53F9-4D7E-87B6-685E67347CB5}" srcOrd="0" destOrd="0" presId="urn:microsoft.com/office/officeart/2005/8/layout/process3"/>
    <dgm:cxn modelId="{D3503B34-442C-452F-916D-F90BCD6B5C96}" type="presOf" srcId="{F905AA03-0DF3-4AAF-895A-1281CC309413}" destId="{5E72DCCF-D88F-44DB-A1C0-768617BB3152}" srcOrd="0" destOrd="0" presId="urn:microsoft.com/office/officeart/2005/8/layout/process3"/>
    <dgm:cxn modelId="{D46BCEC9-AE5A-418B-94AC-6F7172D5A0DD}" type="presOf" srcId="{68A7D476-3658-4312-BFDE-2185A2ABAF9E}" destId="{E450FDF1-94A3-4AA4-A59F-F23F29FCAC18}" srcOrd="0" destOrd="0" presId="urn:microsoft.com/office/officeart/2005/8/layout/process3"/>
    <dgm:cxn modelId="{B3F0D485-E24A-4D64-99F5-C1D57B239188}" type="presOf" srcId="{5726C561-27D6-4BF5-8992-78C21E1C0F9F}" destId="{59F66FB1-1A89-4604-AD0A-5AA2D99792C9}" srcOrd="0" destOrd="0" presId="urn:microsoft.com/office/officeart/2005/8/layout/process3"/>
    <dgm:cxn modelId="{82CE7EB8-0E60-4528-8591-E164C5AD800D}" srcId="{FADF43AF-05B3-4149-B314-9C875C8AC13B}" destId="{4868CC4B-5C7B-4333-9DE5-EBACEC2AE1BF}" srcOrd="1" destOrd="0" parTransId="{B0621F1F-A12E-443F-B194-C8498AF9AB3C}" sibTransId="{9FB8C663-694A-4746-86AF-CF174A9F9019}"/>
    <dgm:cxn modelId="{F05F06B9-28A8-42CA-BB65-D5231F82B5A1}" type="presOf" srcId="{84FAD6ED-C8A6-40B2-A523-05D4E9258C99}" destId="{55E376A2-C4F3-4ACF-8B0F-69CB66BDEE91}" srcOrd="0" destOrd="0" presId="urn:microsoft.com/office/officeart/2005/8/layout/process3"/>
    <dgm:cxn modelId="{3A720E2B-9A43-4E60-B7B8-36842D8E74B7}" type="presOf" srcId="{8CC7BF28-B404-446E-8F19-C917B6BFBDBE}" destId="{56907F84-BA41-40C8-8899-C6110583CC8C}" srcOrd="0" destOrd="0" presId="urn:microsoft.com/office/officeart/2005/8/layout/process3"/>
    <dgm:cxn modelId="{5F5B28AE-D3D0-4451-8F15-689788817A84}" srcId="{4868CC4B-5C7B-4333-9DE5-EBACEC2AE1BF}" destId="{84FAD6ED-C8A6-40B2-A523-05D4E9258C99}" srcOrd="0" destOrd="0" parTransId="{03DD5E89-7DEB-4FE3-ACA9-6EE696336716}" sibTransId="{41B61662-F67C-46C0-BFF6-98B34686B0FF}"/>
    <dgm:cxn modelId="{4FA92315-DF69-482D-8458-CBEA7F1B4D01}" srcId="{FADF43AF-05B3-4149-B314-9C875C8AC13B}" destId="{6A8779A4-F88B-454A-870E-9625433B0F0A}" srcOrd="2" destOrd="0" parTransId="{F8F0D871-76E5-4F6D-BF19-00DFA730FC8C}" sibTransId="{8CC7BF28-B404-446E-8F19-C917B6BFBDBE}"/>
    <dgm:cxn modelId="{BD3EA942-D780-4058-8CB2-4BC459B588EC}" srcId="{FADF43AF-05B3-4149-B314-9C875C8AC13B}" destId="{68A7D476-3658-4312-BFDE-2185A2ABAF9E}" srcOrd="4" destOrd="0" parTransId="{5600D97F-91C3-4DBC-BBA9-A3435F1FF71E}" sibTransId="{A86235B3-E462-4911-AC45-F4BC8FAD3B76}"/>
    <dgm:cxn modelId="{8F1589C0-6A48-4D2D-9567-454597A72E52}" type="presOf" srcId="{9FB8C663-694A-4746-86AF-CF174A9F9019}" destId="{2D242D77-6CFF-41B4-A6B2-39ED330CE2F9}" srcOrd="1" destOrd="0" presId="urn:microsoft.com/office/officeart/2005/8/layout/process3"/>
    <dgm:cxn modelId="{14355DF7-95AA-48D4-83A6-AB2EB63EF1F3}" type="presOf" srcId="{4868CC4B-5C7B-4333-9DE5-EBACEC2AE1BF}" destId="{7B267A3B-189F-4C05-9854-4D6D486F0EBF}" srcOrd="1" destOrd="0" presId="urn:microsoft.com/office/officeart/2005/8/layout/process3"/>
    <dgm:cxn modelId="{612BEBBC-9A9B-45B2-9118-6B0AFDBB88E5}" srcId="{68A7D476-3658-4312-BFDE-2185A2ABAF9E}" destId="{6A370EBA-5088-42DC-B827-F39C83B7C9E2}" srcOrd="0" destOrd="0" parTransId="{63B73037-70BD-4503-B239-BBB0781DCC82}" sibTransId="{BF212452-7DBF-4CA2-8FC5-4BCDBB753DDA}"/>
    <dgm:cxn modelId="{FC98D141-AB07-45B3-9223-02D1E8E2C676}" type="presOf" srcId="{FDFDEEC3-B22F-487E-9622-4826565A64B0}" destId="{6CE4C3A5-0D96-46C2-9132-618C3F16D84E}" srcOrd="1" destOrd="0" presId="urn:microsoft.com/office/officeart/2005/8/layout/process3"/>
    <dgm:cxn modelId="{120DFDEF-23A5-4CCE-AD17-8B138D00E2BA}" type="presParOf" srcId="{4A893D52-9B52-4F42-97B6-6A358EFA67A3}" destId="{61B3A7D7-3835-4DF7-B5DF-BE2D5AE1839E}" srcOrd="0" destOrd="0" presId="urn:microsoft.com/office/officeart/2005/8/layout/process3"/>
    <dgm:cxn modelId="{CF1BF232-4F54-4EB9-A615-74D1A0B599DD}" type="presParOf" srcId="{61B3A7D7-3835-4DF7-B5DF-BE2D5AE1839E}" destId="{DF86D547-5ECF-4638-B14D-E411D0681713}" srcOrd="0" destOrd="0" presId="urn:microsoft.com/office/officeart/2005/8/layout/process3"/>
    <dgm:cxn modelId="{A6A58531-B08F-4FE2-BB43-FB1D93F6BE9D}" type="presParOf" srcId="{61B3A7D7-3835-4DF7-B5DF-BE2D5AE1839E}" destId="{BEBD8537-32C5-4CBF-B645-54D7F170B18F}" srcOrd="1" destOrd="0" presId="urn:microsoft.com/office/officeart/2005/8/layout/process3"/>
    <dgm:cxn modelId="{256B4D9F-FE78-4A52-8796-66DC7E004943}" type="presParOf" srcId="{61B3A7D7-3835-4DF7-B5DF-BE2D5AE1839E}" destId="{DBEA44D8-166A-4530-BB49-AAA027E55D58}" srcOrd="2" destOrd="0" presId="urn:microsoft.com/office/officeart/2005/8/layout/process3"/>
    <dgm:cxn modelId="{82BEEF06-58A6-452F-91C9-B808A2164DF8}" type="presParOf" srcId="{4A893D52-9B52-4F42-97B6-6A358EFA67A3}" destId="{5E72DCCF-D88F-44DB-A1C0-768617BB3152}" srcOrd="1" destOrd="0" presId="urn:microsoft.com/office/officeart/2005/8/layout/process3"/>
    <dgm:cxn modelId="{A0EBE15F-6A0E-4D53-9919-8FD9305901B6}" type="presParOf" srcId="{5E72DCCF-D88F-44DB-A1C0-768617BB3152}" destId="{38C1D119-3220-427A-92CB-DC2F9748AEB8}" srcOrd="0" destOrd="0" presId="urn:microsoft.com/office/officeart/2005/8/layout/process3"/>
    <dgm:cxn modelId="{86D353B4-5DA3-4B0C-A2C5-892CB7752A7C}" type="presParOf" srcId="{4A893D52-9B52-4F42-97B6-6A358EFA67A3}" destId="{308A046B-8B86-4042-9369-CB9981D83333}" srcOrd="2" destOrd="0" presId="urn:microsoft.com/office/officeart/2005/8/layout/process3"/>
    <dgm:cxn modelId="{C4BB7595-3EC5-4EE5-BC34-21946F514877}" type="presParOf" srcId="{308A046B-8B86-4042-9369-CB9981D83333}" destId="{F3A3F33F-53F9-4D7E-87B6-685E67347CB5}" srcOrd="0" destOrd="0" presId="urn:microsoft.com/office/officeart/2005/8/layout/process3"/>
    <dgm:cxn modelId="{BD0C5AC5-5D4A-4539-BA78-391197DF9B96}" type="presParOf" srcId="{308A046B-8B86-4042-9369-CB9981D83333}" destId="{7B267A3B-189F-4C05-9854-4D6D486F0EBF}" srcOrd="1" destOrd="0" presId="urn:microsoft.com/office/officeart/2005/8/layout/process3"/>
    <dgm:cxn modelId="{E3BDFFFB-C103-4C9A-85F8-B642B6E48825}" type="presParOf" srcId="{308A046B-8B86-4042-9369-CB9981D83333}" destId="{55E376A2-C4F3-4ACF-8B0F-69CB66BDEE91}" srcOrd="2" destOrd="0" presId="urn:microsoft.com/office/officeart/2005/8/layout/process3"/>
    <dgm:cxn modelId="{A02F80A1-D11B-4B25-936D-24D139791F1A}" type="presParOf" srcId="{4A893D52-9B52-4F42-97B6-6A358EFA67A3}" destId="{CB8FA516-0594-4BB3-B4D4-4BE2241FE373}" srcOrd="3" destOrd="0" presId="urn:microsoft.com/office/officeart/2005/8/layout/process3"/>
    <dgm:cxn modelId="{C2C547A2-83D1-4B16-9614-685B0A82D49A}" type="presParOf" srcId="{CB8FA516-0594-4BB3-B4D4-4BE2241FE373}" destId="{2D242D77-6CFF-41B4-A6B2-39ED330CE2F9}" srcOrd="0" destOrd="0" presId="urn:microsoft.com/office/officeart/2005/8/layout/process3"/>
    <dgm:cxn modelId="{080330AC-1EF4-4538-8DDC-65C7CF063B78}" type="presParOf" srcId="{4A893D52-9B52-4F42-97B6-6A358EFA67A3}" destId="{B6955E51-95C4-41CA-887D-6D64DBC896CE}" srcOrd="4" destOrd="0" presId="urn:microsoft.com/office/officeart/2005/8/layout/process3"/>
    <dgm:cxn modelId="{4A84ED19-C974-443D-9667-E070BE69B64A}" type="presParOf" srcId="{B6955E51-95C4-41CA-887D-6D64DBC896CE}" destId="{5DD90C55-2B5F-4B34-9808-12D208980F9D}" srcOrd="0" destOrd="0" presId="urn:microsoft.com/office/officeart/2005/8/layout/process3"/>
    <dgm:cxn modelId="{14A8BB95-0249-4D2F-A611-1883C7D542B4}" type="presParOf" srcId="{B6955E51-95C4-41CA-887D-6D64DBC896CE}" destId="{6F55EF60-112A-488E-9C7E-EC40258FE970}" srcOrd="1" destOrd="0" presId="urn:microsoft.com/office/officeart/2005/8/layout/process3"/>
    <dgm:cxn modelId="{6833BEC9-D19B-44E7-85EA-CBEF657901B8}" type="presParOf" srcId="{B6955E51-95C4-41CA-887D-6D64DBC896CE}" destId="{C5F1BEED-F716-418F-A504-3DC62694FA6F}" srcOrd="2" destOrd="0" presId="urn:microsoft.com/office/officeart/2005/8/layout/process3"/>
    <dgm:cxn modelId="{35080814-D6A2-4185-ABFD-C226294BB5D9}" type="presParOf" srcId="{4A893D52-9B52-4F42-97B6-6A358EFA67A3}" destId="{56907F84-BA41-40C8-8899-C6110583CC8C}" srcOrd="5" destOrd="0" presId="urn:microsoft.com/office/officeart/2005/8/layout/process3"/>
    <dgm:cxn modelId="{859D6310-68F3-4D03-A882-6AAA70A202FD}" type="presParOf" srcId="{56907F84-BA41-40C8-8899-C6110583CC8C}" destId="{16082CC2-65CB-4C0B-A384-DAEC6EE3FC50}" srcOrd="0" destOrd="0" presId="urn:microsoft.com/office/officeart/2005/8/layout/process3"/>
    <dgm:cxn modelId="{96FC7686-6822-4551-AC91-034EF8BB226C}" type="presParOf" srcId="{4A893D52-9B52-4F42-97B6-6A358EFA67A3}" destId="{C14C718E-6466-4C00-A8A3-45241FABC540}" srcOrd="6" destOrd="0" presId="urn:microsoft.com/office/officeart/2005/8/layout/process3"/>
    <dgm:cxn modelId="{AE5C10DC-9B0D-4D72-BAB9-EAF4BB20FD97}" type="presParOf" srcId="{C14C718E-6466-4C00-A8A3-45241FABC540}" destId="{B3393D18-BD7F-4E42-8EFC-B323ADA379CD}" srcOrd="0" destOrd="0" presId="urn:microsoft.com/office/officeart/2005/8/layout/process3"/>
    <dgm:cxn modelId="{03FDE690-D43F-480F-9F92-78507453656E}" type="presParOf" srcId="{C14C718E-6466-4C00-A8A3-45241FABC540}" destId="{6CE4C3A5-0D96-46C2-9132-618C3F16D84E}" srcOrd="1" destOrd="0" presId="urn:microsoft.com/office/officeart/2005/8/layout/process3"/>
    <dgm:cxn modelId="{DCEB5C4C-A454-46F8-87BA-570FBA8FD205}" type="presParOf" srcId="{C14C718E-6466-4C00-A8A3-45241FABC540}" destId="{D2677F22-3250-43A8-BF3E-B902E0220E9D}" srcOrd="2" destOrd="0" presId="urn:microsoft.com/office/officeart/2005/8/layout/process3"/>
    <dgm:cxn modelId="{AD5452CC-79A0-4B93-AC3B-E7B27E38D4A4}" type="presParOf" srcId="{4A893D52-9B52-4F42-97B6-6A358EFA67A3}" destId="{59F66FB1-1A89-4604-AD0A-5AA2D99792C9}" srcOrd="7" destOrd="0" presId="urn:microsoft.com/office/officeart/2005/8/layout/process3"/>
    <dgm:cxn modelId="{A965C17E-8D95-4E51-BBB7-D559143BEDB7}" type="presParOf" srcId="{59F66FB1-1A89-4604-AD0A-5AA2D99792C9}" destId="{FBF122A2-5009-4936-B266-9A4C017AB359}" srcOrd="0" destOrd="0" presId="urn:microsoft.com/office/officeart/2005/8/layout/process3"/>
    <dgm:cxn modelId="{9F457AB9-6F26-48DC-9508-3CF30D1E0EAB}" type="presParOf" srcId="{4A893D52-9B52-4F42-97B6-6A358EFA67A3}" destId="{E9FAB6D1-BCA0-4C8C-84F2-B76F02551510}" srcOrd="8" destOrd="0" presId="urn:microsoft.com/office/officeart/2005/8/layout/process3"/>
    <dgm:cxn modelId="{72B537C0-9EFA-4E6F-8581-02CD1BE259E4}" type="presParOf" srcId="{E9FAB6D1-BCA0-4C8C-84F2-B76F02551510}" destId="{E450FDF1-94A3-4AA4-A59F-F23F29FCAC18}" srcOrd="0" destOrd="0" presId="urn:microsoft.com/office/officeart/2005/8/layout/process3"/>
    <dgm:cxn modelId="{F23995FD-A213-4439-A027-D16D4C69CDD9}" type="presParOf" srcId="{E9FAB6D1-BCA0-4C8C-84F2-B76F02551510}" destId="{1166AA6B-EE56-4193-9F56-020DE4C1BD4C}" srcOrd="1" destOrd="0" presId="urn:microsoft.com/office/officeart/2005/8/layout/process3"/>
    <dgm:cxn modelId="{485E9DFE-0FD7-4804-B163-84DE1611E09E}" type="presParOf" srcId="{E9FAB6D1-BCA0-4C8C-84F2-B76F02551510}" destId="{900CC08E-5F7E-4085-828C-57479D9B7B90}" srcOrd="2" destOrd="0" presId="urn:microsoft.com/office/officeart/2005/8/layout/process3"/>
  </dgm:cxnLst>
  <dgm:bg/>
  <dgm:whole/>
</dgm:dataModel>
</file>

<file path=ppt/diagrams/data20.xml><?xml version="1.0" encoding="utf-8"?>
<dgm:dataModel xmlns:dgm="http://schemas.openxmlformats.org/drawingml/2006/diagram" xmlns:a="http://schemas.openxmlformats.org/drawingml/2006/main">
  <dgm:ptLst>
    <dgm:pt modelId="{04851CF7-CA4D-45F4-BA9A-78E1ADF2FABE}"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F29F6C35-962D-437C-9E2B-98A0EC8F1023}">
      <dgm:prSet/>
      <dgm:spPr/>
      <dgm:t>
        <a:bodyPr/>
        <a:lstStyle/>
        <a:p>
          <a:pPr rtl="0"/>
          <a:r>
            <a:rPr lang="zh-CN" dirty="0" smtClean="0"/>
            <a:t>项目整合管理</a:t>
          </a:r>
          <a:endParaRPr lang="zh-CN" dirty="0"/>
        </a:p>
      </dgm:t>
    </dgm:pt>
    <dgm:pt modelId="{FCADBF4C-1F9D-4906-8129-F8CEA87C9C00}" type="parTrans" cxnId="{51DC5444-FA0E-4958-A2EE-560CC3D9A615}">
      <dgm:prSet/>
      <dgm:spPr/>
      <dgm:t>
        <a:bodyPr/>
        <a:lstStyle/>
        <a:p>
          <a:endParaRPr lang="zh-CN" altLang="en-US"/>
        </a:p>
      </dgm:t>
    </dgm:pt>
    <dgm:pt modelId="{7B55EA48-0E53-4CB9-84AC-3FAF50EAE96C}" type="sibTrans" cxnId="{51DC5444-FA0E-4958-A2EE-560CC3D9A615}">
      <dgm:prSet/>
      <dgm:spPr/>
      <dgm:t>
        <a:bodyPr/>
        <a:lstStyle/>
        <a:p>
          <a:endParaRPr lang="zh-CN" altLang="en-US"/>
        </a:p>
      </dgm:t>
    </dgm:pt>
    <dgm:pt modelId="{4C1590A3-1519-49B9-86E3-9413AB0A8E6F}">
      <dgm:prSet/>
      <dgm:spPr/>
      <dgm:t>
        <a:bodyPr/>
        <a:lstStyle/>
        <a:p>
          <a:pPr rtl="0"/>
          <a:r>
            <a:rPr lang="zh-CN" dirty="0" smtClean="0"/>
            <a:t>定义用来整合项目管理各要素的过程和活动。</a:t>
          </a:r>
          <a:endParaRPr lang="zh-CN" dirty="0"/>
        </a:p>
      </dgm:t>
    </dgm:pt>
    <dgm:pt modelId="{845AE767-545E-437F-9CD2-55987B3F3AAC}" type="parTrans" cxnId="{CCD3E0B9-78F8-4807-8CF6-D01B37A33E2F}">
      <dgm:prSet/>
      <dgm:spPr/>
      <dgm:t>
        <a:bodyPr/>
        <a:lstStyle/>
        <a:p>
          <a:endParaRPr lang="zh-CN" altLang="en-US"/>
        </a:p>
      </dgm:t>
    </dgm:pt>
    <dgm:pt modelId="{E8100470-C9BD-4D3A-A7C5-A5C6ECFB3541}" type="sibTrans" cxnId="{CCD3E0B9-78F8-4807-8CF6-D01B37A33E2F}">
      <dgm:prSet/>
      <dgm:spPr/>
      <dgm:t>
        <a:bodyPr/>
        <a:lstStyle/>
        <a:p>
          <a:endParaRPr lang="zh-CN" altLang="en-US"/>
        </a:p>
      </dgm:t>
    </dgm:pt>
    <dgm:pt modelId="{985A4EEA-153D-4456-8073-5ECBDAA30D4A}">
      <dgm:prSet/>
      <dgm:spPr/>
      <dgm:t>
        <a:bodyPr/>
        <a:lstStyle/>
        <a:p>
          <a:pPr rtl="0"/>
          <a:r>
            <a:rPr lang="zh-CN" dirty="0" smtClean="0"/>
            <a:t>项目范围管理</a:t>
          </a:r>
          <a:endParaRPr lang="zh-CN" dirty="0"/>
        </a:p>
      </dgm:t>
    </dgm:pt>
    <dgm:pt modelId="{E8D41941-CF59-4552-8268-AB5225F62856}" type="parTrans" cxnId="{871620DD-65F6-4687-AFD9-4CD0CED4D3DB}">
      <dgm:prSet/>
      <dgm:spPr/>
      <dgm:t>
        <a:bodyPr/>
        <a:lstStyle/>
        <a:p>
          <a:endParaRPr lang="zh-CN" altLang="en-US"/>
        </a:p>
      </dgm:t>
    </dgm:pt>
    <dgm:pt modelId="{771E4BF3-6B86-4D35-A747-060222573388}" type="sibTrans" cxnId="{871620DD-65F6-4687-AFD9-4CD0CED4D3DB}">
      <dgm:prSet/>
      <dgm:spPr/>
      <dgm:t>
        <a:bodyPr/>
        <a:lstStyle/>
        <a:p>
          <a:endParaRPr lang="zh-CN" altLang="en-US"/>
        </a:p>
      </dgm:t>
    </dgm:pt>
    <dgm:pt modelId="{CB6B0E33-D0C5-4410-A06C-642E74352155}">
      <dgm:prSet/>
      <dgm:spPr/>
      <dgm:t>
        <a:bodyPr/>
        <a:lstStyle/>
        <a:p>
          <a:pPr rtl="0"/>
          <a:r>
            <a:rPr lang="zh-CN" dirty="0" smtClean="0"/>
            <a:t>包括确保做而且只做成功完成项目所需的全部工作的各过程。避免镀金主义和范围蔓延</a:t>
          </a:r>
          <a:endParaRPr lang="zh-CN" dirty="0"/>
        </a:p>
      </dgm:t>
    </dgm:pt>
    <dgm:pt modelId="{FE1B2F55-6434-4B4E-BB70-F416271E1256}" type="parTrans" cxnId="{DD6993A3-13E5-465C-839C-0C86737326F9}">
      <dgm:prSet/>
      <dgm:spPr/>
      <dgm:t>
        <a:bodyPr/>
        <a:lstStyle/>
        <a:p>
          <a:endParaRPr lang="zh-CN" altLang="en-US"/>
        </a:p>
      </dgm:t>
    </dgm:pt>
    <dgm:pt modelId="{0F25870E-C9F9-42F9-B5A1-15BBC855D1C5}" type="sibTrans" cxnId="{DD6993A3-13E5-465C-839C-0C86737326F9}">
      <dgm:prSet/>
      <dgm:spPr/>
      <dgm:t>
        <a:bodyPr/>
        <a:lstStyle/>
        <a:p>
          <a:endParaRPr lang="zh-CN" altLang="en-US"/>
        </a:p>
      </dgm:t>
    </dgm:pt>
    <dgm:pt modelId="{0527B9FF-EF3D-4BE9-BA31-58F149976906}">
      <dgm:prSet/>
      <dgm:spPr/>
      <dgm:t>
        <a:bodyPr/>
        <a:lstStyle/>
        <a:p>
          <a:pPr rtl="0"/>
          <a:r>
            <a:rPr lang="zh-CN" dirty="0" smtClean="0"/>
            <a:t>项目时间管理</a:t>
          </a:r>
          <a:endParaRPr lang="zh-CN" dirty="0"/>
        </a:p>
      </dgm:t>
    </dgm:pt>
    <dgm:pt modelId="{565F35E5-1559-48EC-8271-D82D37DAAD3B}" type="parTrans" cxnId="{277B48E8-EF18-49CD-A894-A80E8B67912F}">
      <dgm:prSet/>
      <dgm:spPr/>
      <dgm:t>
        <a:bodyPr/>
        <a:lstStyle/>
        <a:p>
          <a:endParaRPr lang="zh-CN" altLang="en-US"/>
        </a:p>
      </dgm:t>
    </dgm:pt>
    <dgm:pt modelId="{062D52BA-A473-4E44-9166-5FD012ADDEFA}" type="sibTrans" cxnId="{277B48E8-EF18-49CD-A894-A80E8B67912F}">
      <dgm:prSet/>
      <dgm:spPr/>
      <dgm:t>
        <a:bodyPr/>
        <a:lstStyle/>
        <a:p>
          <a:endParaRPr lang="zh-CN" altLang="en-US"/>
        </a:p>
      </dgm:t>
    </dgm:pt>
    <dgm:pt modelId="{4B6F2E6F-446C-4C26-9E3A-5D476273E5DC}">
      <dgm:prSet/>
      <dgm:spPr/>
      <dgm:t>
        <a:bodyPr/>
        <a:lstStyle/>
        <a:p>
          <a:pPr rtl="0"/>
          <a:r>
            <a:rPr lang="zh-CN" dirty="0" smtClean="0"/>
            <a:t>聚焦于用来保证计划按时完成的各过程。</a:t>
          </a:r>
          <a:endParaRPr lang="zh-CN" dirty="0"/>
        </a:p>
      </dgm:t>
    </dgm:pt>
    <dgm:pt modelId="{14950BD0-D38C-4839-B396-3C523F0D1C11}" type="parTrans" cxnId="{C6E53B47-7F4B-4401-9CF2-2E068ED2A635}">
      <dgm:prSet/>
      <dgm:spPr/>
      <dgm:t>
        <a:bodyPr/>
        <a:lstStyle/>
        <a:p>
          <a:endParaRPr lang="zh-CN" altLang="en-US"/>
        </a:p>
      </dgm:t>
    </dgm:pt>
    <dgm:pt modelId="{0A4D1435-2BA3-4B87-BB37-B7C65CED9E5A}" type="sibTrans" cxnId="{C6E53B47-7F4B-4401-9CF2-2E068ED2A635}">
      <dgm:prSet/>
      <dgm:spPr/>
      <dgm:t>
        <a:bodyPr/>
        <a:lstStyle/>
        <a:p>
          <a:endParaRPr lang="zh-CN" altLang="en-US"/>
        </a:p>
      </dgm:t>
    </dgm:pt>
    <dgm:pt modelId="{051C662F-4DCB-42E1-A2E9-91658AC91540}">
      <dgm:prSet/>
      <dgm:spPr/>
      <dgm:t>
        <a:bodyPr/>
        <a:lstStyle/>
        <a:p>
          <a:pPr rtl="0"/>
          <a:r>
            <a:rPr lang="zh-CN" dirty="0" smtClean="0"/>
            <a:t>项目成本管理</a:t>
          </a:r>
          <a:endParaRPr lang="zh-CN" dirty="0"/>
        </a:p>
      </dgm:t>
    </dgm:pt>
    <dgm:pt modelId="{4C381EC4-0E28-42EF-8736-FBCC67BE268B}" type="parTrans" cxnId="{B6DABD55-DE08-4AAC-9FAC-F1330D2949D0}">
      <dgm:prSet/>
      <dgm:spPr/>
      <dgm:t>
        <a:bodyPr/>
        <a:lstStyle/>
        <a:p>
          <a:endParaRPr lang="zh-CN" altLang="en-US"/>
        </a:p>
      </dgm:t>
    </dgm:pt>
    <dgm:pt modelId="{2F6AD9FA-15FF-434A-851A-AE18CC1D74F0}" type="sibTrans" cxnId="{B6DABD55-DE08-4AAC-9FAC-F1330D2949D0}">
      <dgm:prSet/>
      <dgm:spPr/>
      <dgm:t>
        <a:bodyPr/>
        <a:lstStyle/>
        <a:p>
          <a:endParaRPr lang="zh-CN" altLang="en-US"/>
        </a:p>
      </dgm:t>
    </dgm:pt>
    <dgm:pt modelId="{AA3DA9C0-087C-4991-BA93-7D2461A51452}">
      <dgm:prSet/>
      <dgm:spPr/>
      <dgm:t>
        <a:bodyPr/>
        <a:lstStyle/>
        <a:p>
          <a:pPr rtl="0"/>
          <a:r>
            <a:rPr lang="zh-CN" dirty="0" smtClean="0"/>
            <a:t>为使项目在批准的预算内完成而对成本进行规划，估算，预算及控制的各过程</a:t>
          </a:r>
          <a:endParaRPr lang="zh-CN" dirty="0"/>
        </a:p>
      </dgm:t>
    </dgm:pt>
    <dgm:pt modelId="{18CF026D-C609-4470-A423-4546C9DBC931}" type="parTrans" cxnId="{CFC7781D-4B81-4EA7-993D-7399988D843A}">
      <dgm:prSet/>
      <dgm:spPr/>
      <dgm:t>
        <a:bodyPr/>
        <a:lstStyle/>
        <a:p>
          <a:endParaRPr lang="zh-CN" altLang="en-US"/>
        </a:p>
      </dgm:t>
    </dgm:pt>
    <dgm:pt modelId="{E5F82820-F084-4067-94D7-867909123CBF}" type="sibTrans" cxnId="{CFC7781D-4B81-4EA7-993D-7399988D843A}">
      <dgm:prSet/>
      <dgm:spPr/>
      <dgm:t>
        <a:bodyPr/>
        <a:lstStyle/>
        <a:p>
          <a:endParaRPr lang="zh-CN" altLang="en-US"/>
        </a:p>
      </dgm:t>
    </dgm:pt>
    <dgm:pt modelId="{DB7B899F-DA7A-4704-8701-23C3A132D6F0}">
      <dgm:prSet/>
      <dgm:spPr/>
      <dgm:t>
        <a:bodyPr/>
        <a:lstStyle/>
        <a:p>
          <a:pPr rtl="0"/>
          <a:r>
            <a:rPr lang="zh-CN" dirty="0" smtClean="0"/>
            <a:t>项目质量管理</a:t>
          </a:r>
          <a:endParaRPr lang="zh-CN" dirty="0"/>
        </a:p>
      </dgm:t>
    </dgm:pt>
    <dgm:pt modelId="{6E9DBA45-3D39-4D13-9F65-39FBE7D71E54}" type="parTrans" cxnId="{DBC6853D-C17F-4AA4-801E-3D67D17C48F7}">
      <dgm:prSet/>
      <dgm:spPr/>
      <dgm:t>
        <a:bodyPr/>
        <a:lstStyle/>
        <a:p>
          <a:endParaRPr lang="zh-CN" altLang="en-US"/>
        </a:p>
      </dgm:t>
    </dgm:pt>
    <dgm:pt modelId="{27EC9381-9D33-4C4E-A880-F12EE07DCAD2}" type="sibTrans" cxnId="{DBC6853D-C17F-4AA4-801E-3D67D17C48F7}">
      <dgm:prSet/>
      <dgm:spPr/>
      <dgm:t>
        <a:bodyPr/>
        <a:lstStyle/>
        <a:p>
          <a:endParaRPr lang="zh-CN" altLang="en-US"/>
        </a:p>
      </dgm:t>
    </dgm:pt>
    <dgm:pt modelId="{A3DECF17-43D9-4BC3-ACC3-44CAC188B18C}">
      <dgm:prSet/>
      <dgm:spPr/>
      <dgm:t>
        <a:bodyPr/>
        <a:lstStyle/>
        <a:p>
          <a:pPr rtl="0"/>
          <a:r>
            <a:rPr lang="zh-CN" dirty="0" smtClean="0"/>
            <a:t>为了确保达到项目质量要求而进行的规划，监督，控制的各过程</a:t>
          </a:r>
          <a:endParaRPr lang="zh-CN" dirty="0"/>
        </a:p>
      </dgm:t>
    </dgm:pt>
    <dgm:pt modelId="{727C2797-FDAA-4054-9F81-7903F5B4776F}" type="parTrans" cxnId="{6154978A-3789-48EA-AAA7-466CBFEDAC95}">
      <dgm:prSet/>
      <dgm:spPr/>
      <dgm:t>
        <a:bodyPr/>
        <a:lstStyle/>
        <a:p>
          <a:endParaRPr lang="zh-CN" altLang="en-US"/>
        </a:p>
      </dgm:t>
    </dgm:pt>
    <dgm:pt modelId="{A7372635-1D78-413E-A67D-F229B84F0B47}" type="sibTrans" cxnId="{6154978A-3789-48EA-AAA7-466CBFEDAC95}">
      <dgm:prSet/>
      <dgm:spPr/>
      <dgm:t>
        <a:bodyPr/>
        <a:lstStyle/>
        <a:p>
          <a:endParaRPr lang="zh-CN" altLang="en-US"/>
        </a:p>
      </dgm:t>
    </dgm:pt>
    <dgm:pt modelId="{0D208337-02BD-4533-B735-5031A177E2A1}">
      <dgm:prSet/>
      <dgm:spPr/>
      <dgm:t>
        <a:bodyPr/>
        <a:lstStyle/>
        <a:p>
          <a:pPr rtl="0"/>
          <a:r>
            <a:rPr lang="zh-CN" dirty="0" smtClean="0"/>
            <a:t>项目人力资源管理</a:t>
          </a:r>
          <a:endParaRPr lang="zh-CN" dirty="0"/>
        </a:p>
      </dgm:t>
    </dgm:pt>
    <dgm:pt modelId="{8F5166C0-A247-4287-9C12-193C76C9EE11}" type="parTrans" cxnId="{726CFF6B-EEAE-4565-953E-447618B4136A}">
      <dgm:prSet/>
      <dgm:spPr/>
      <dgm:t>
        <a:bodyPr/>
        <a:lstStyle/>
        <a:p>
          <a:endParaRPr lang="zh-CN" altLang="en-US"/>
        </a:p>
      </dgm:t>
    </dgm:pt>
    <dgm:pt modelId="{A3135F86-2A8D-4F2A-86CF-F3C5359F4A01}" type="sibTrans" cxnId="{726CFF6B-EEAE-4565-953E-447618B4136A}">
      <dgm:prSet/>
      <dgm:spPr/>
      <dgm:t>
        <a:bodyPr/>
        <a:lstStyle/>
        <a:p>
          <a:endParaRPr lang="zh-CN" altLang="en-US"/>
        </a:p>
      </dgm:t>
    </dgm:pt>
    <dgm:pt modelId="{E7E3E8F3-F6C8-43B4-B8F1-301E047EBC62}">
      <dgm:prSet/>
      <dgm:spPr/>
      <dgm:t>
        <a:bodyPr/>
        <a:lstStyle/>
        <a:p>
          <a:pPr rtl="0"/>
          <a:r>
            <a:rPr lang="zh-CN" dirty="0" smtClean="0"/>
            <a:t>为了实现项目目标而对所需人力资源进行规划，组建，建设和管理的各过程</a:t>
          </a:r>
          <a:endParaRPr lang="zh-CN" dirty="0"/>
        </a:p>
      </dgm:t>
    </dgm:pt>
    <dgm:pt modelId="{DE3E7018-30E7-4DB9-9DA9-A5B44864CA7F}" type="parTrans" cxnId="{AE956190-09A0-4659-B67F-EBE8979A4BF3}">
      <dgm:prSet/>
      <dgm:spPr/>
      <dgm:t>
        <a:bodyPr/>
        <a:lstStyle/>
        <a:p>
          <a:endParaRPr lang="zh-CN" altLang="en-US"/>
        </a:p>
      </dgm:t>
    </dgm:pt>
    <dgm:pt modelId="{FC19ED4B-1164-4D22-A10D-ADB2F4C6A369}" type="sibTrans" cxnId="{AE956190-09A0-4659-B67F-EBE8979A4BF3}">
      <dgm:prSet/>
      <dgm:spPr/>
      <dgm:t>
        <a:bodyPr/>
        <a:lstStyle/>
        <a:p>
          <a:endParaRPr lang="zh-CN" altLang="en-US"/>
        </a:p>
      </dgm:t>
    </dgm:pt>
    <dgm:pt modelId="{2BEB38AB-1D43-4454-BBA1-2DDFAD913B05}">
      <dgm:prSet/>
      <dgm:spPr/>
      <dgm:t>
        <a:bodyPr/>
        <a:lstStyle/>
        <a:p>
          <a:pPr rtl="0"/>
          <a:r>
            <a:rPr lang="zh-CN" dirty="0" smtClean="0"/>
            <a:t>项目沟通管理</a:t>
          </a:r>
          <a:endParaRPr lang="zh-CN" dirty="0"/>
        </a:p>
      </dgm:t>
    </dgm:pt>
    <dgm:pt modelId="{E7CDF203-58BD-4399-8383-0EDCFBBEDCE1}" type="parTrans" cxnId="{29643C43-6C3B-4F91-943E-73F507AD5975}">
      <dgm:prSet/>
      <dgm:spPr/>
      <dgm:t>
        <a:bodyPr/>
        <a:lstStyle/>
        <a:p>
          <a:endParaRPr lang="zh-CN" altLang="en-US"/>
        </a:p>
      </dgm:t>
    </dgm:pt>
    <dgm:pt modelId="{5A4D3AD1-C8DB-4D07-8781-5B12E0B04E21}" type="sibTrans" cxnId="{29643C43-6C3B-4F91-943E-73F507AD5975}">
      <dgm:prSet/>
      <dgm:spPr/>
      <dgm:t>
        <a:bodyPr/>
        <a:lstStyle/>
        <a:p>
          <a:endParaRPr lang="zh-CN" altLang="en-US"/>
        </a:p>
      </dgm:t>
    </dgm:pt>
    <dgm:pt modelId="{154E1E63-FA59-445D-AD26-82FA1289ED7E}">
      <dgm:prSet/>
      <dgm:spPr/>
      <dgm:t>
        <a:bodyPr/>
        <a:lstStyle/>
        <a:p>
          <a:pPr rtl="0"/>
          <a:r>
            <a:rPr lang="zh-CN" dirty="0" smtClean="0"/>
            <a:t>确保项目信息及时且恰当的生成，收集，发布，存储并最终处置所需的各过程</a:t>
          </a:r>
          <a:endParaRPr lang="zh-CN" dirty="0"/>
        </a:p>
      </dgm:t>
    </dgm:pt>
    <dgm:pt modelId="{FDD5F4F4-B929-4A2E-B0B8-F725A45A5786}" type="parTrans" cxnId="{3D39A3C6-F692-4557-8399-93998B0A9EA8}">
      <dgm:prSet/>
      <dgm:spPr/>
      <dgm:t>
        <a:bodyPr/>
        <a:lstStyle/>
        <a:p>
          <a:endParaRPr lang="zh-CN" altLang="en-US"/>
        </a:p>
      </dgm:t>
    </dgm:pt>
    <dgm:pt modelId="{7601B940-8FC7-4657-A8C5-1234F385B11E}" type="sibTrans" cxnId="{3D39A3C6-F692-4557-8399-93998B0A9EA8}">
      <dgm:prSet/>
      <dgm:spPr/>
      <dgm:t>
        <a:bodyPr/>
        <a:lstStyle/>
        <a:p>
          <a:endParaRPr lang="zh-CN" altLang="en-US"/>
        </a:p>
      </dgm:t>
    </dgm:pt>
    <dgm:pt modelId="{CE0A5E1A-EC02-4B32-A8A0-9BA302F2E58F}">
      <dgm:prSet/>
      <dgm:spPr/>
      <dgm:t>
        <a:bodyPr/>
        <a:lstStyle/>
        <a:p>
          <a:pPr rtl="0"/>
          <a:r>
            <a:rPr lang="zh-CN" dirty="0" smtClean="0"/>
            <a:t>项目风险管理</a:t>
          </a:r>
          <a:endParaRPr lang="zh-CN" dirty="0"/>
        </a:p>
      </dgm:t>
    </dgm:pt>
    <dgm:pt modelId="{5B184959-BEE1-4A63-A1DC-1CB2F9C65DB7}" type="parTrans" cxnId="{AD783FAA-844E-4FB3-9849-53CA57D468AF}">
      <dgm:prSet/>
      <dgm:spPr/>
      <dgm:t>
        <a:bodyPr/>
        <a:lstStyle/>
        <a:p>
          <a:endParaRPr lang="zh-CN" altLang="en-US"/>
        </a:p>
      </dgm:t>
    </dgm:pt>
    <dgm:pt modelId="{70F945F4-904B-4551-8F2B-86BFC0921359}" type="sibTrans" cxnId="{AD783FAA-844E-4FB3-9849-53CA57D468AF}">
      <dgm:prSet/>
      <dgm:spPr/>
      <dgm:t>
        <a:bodyPr/>
        <a:lstStyle/>
        <a:p>
          <a:endParaRPr lang="zh-CN" altLang="en-US"/>
        </a:p>
      </dgm:t>
    </dgm:pt>
    <dgm:pt modelId="{58983552-157F-4822-9C83-ECE14AC27AB6}">
      <dgm:prSet/>
      <dgm:spPr/>
      <dgm:t>
        <a:bodyPr/>
        <a:lstStyle/>
        <a:p>
          <a:pPr rtl="0"/>
          <a:r>
            <a:rPr lang="zh-CN" dirty="0" smtClean="0"/>
            <a:t>介绍识别，分析和控制项目风险的各过程</a:t>
          </a:r>
          <a:endParaRPr lang="zh-CN" dirty="0"/>
        </a:p>
      </dgm:t>
    </dgm:pt>
    <dgm:pt modelId="{8567511D-B95E-4363-8691-FA2E879FED08}" type="parTrans" cxnId="{6AB3880F-DC7B-45E3-887B-FC79E4150890}">
      <dgm:prSet/>
      <dgm:spPr/>
      <dgm:t>
        <a:bodyPr/>
        <a:lstStyle/>
        <a:p>
          <a:endParaRPr lang="zh-CN" altLang="en-US"/>
        </a:p>
      </dgm:t>
    </dgm:pt>
    <dgm:pt modelId="{5BAA24C1-C166-41D0-B69B-341CEC0610C5}" type="sibTrans" cxnId="{6AB3880F-DC7B-45E3-887B-FC79E4150890}">
      <dgm:prSet/>
      <dgm:spPr/>
      <dgm:t>
        <a:bodyPr/>
        <a:lstStyle/>
        <a:p>
          <a:endParaRPr lang="zh-CN" altLang="en-US"/>
        </a:p>
      </dgm:t>
    </dgm:pt>
    <dgm:pt modelId="{DAC446D1-8B0F-4D95-BD51-8D8F6E24A51A}">
      <dgm:prSet/>
      <dgm:spPr/>
      <dgm:t>
        <a:bodyPr/>
        <a:lstStyle/>
        <a:p>
          <a:pPr rtl="0"/>
          <a:r>
            <a:rPr lang="zh-CN" dirty="0" smtClean="0"/>
            <a:t>项目采购管理</a:t>
          </a:r>
          <a:endParaRPr lang="zh-CN" dirty="0"/>
        </a:p>
      </dgm:t>
    </dgm:pt>
    <dgm:pt modelId="{8D028846-C992-4198-9DB3-9F52DF6D9876}" type="parTrans" cxnId="{3117AFCD-FEC7-4C88-8599-CE9BF570E6C8}">
      <dgm:prSet/>
      <dgm:spPr/>
      <dgm:t>
        <a:bodyPr/>
        <a:lstStyle/>
        <a:p>
          <a:endParaRPr lang="zh-CN" altLang="en-US"/>
        </a:p>
      </dgm:t>
    </dgm:pt>
    <dgm:pt modelId="{A8DF3F2C-8216-49FB-A61C-4CCA4990911C}" type="sibTrans" cxnId="{3117AFCD-FEC7-4C88-8599-CE9BF570E6C8}">
      <dgm:prSet/>
      <dgm:spPr/>
      <dgm:t>
        <a:bodyPr/>
        <a:lstStyle/>
        <a:p>
          <a:endParaRPr lang="zh-CN" altLang="en-US"/>
        </a:p>
      </dgm:t>
    </dgm:pt>
    <dgm:pt modelId="{795687BB-A47C-4E75-BB3A-C6C11D5D2E97}">
      <dgm:prSet/>
      <dgm:spPr/>
      <dgm:t>
        <a:bodyPr/>
        <a:lstStyle/>
        <a:p>
          <a:pPr rtl="0"/>
          <a:r>
            <a:rPr lang="zh-CN" dirty="0" smtClean="0"/>
            <a:t>包含为项目采购或获取产品，服务和成果的各过程</a:t>
          </a:r>
          <a:endParaRPr lang="zh-CN" dirty="0"/>
        </a:p>
      </dgm:t>
    </dgm:pt>
    <dgm:pt modelId="{D07D7C73-924D-444D-9FDC-CC82ADE093E8}" type="parTrans" cxnId="{3DCE3A9E-A55D-45EA-BC83-B64652E61F55}">
      <dgm:prSet/>
      <dgm:spPr/>
      <dgm:t>
        <a:bodyPr/>
        <a:lstStyle/>
        <a:p>
          <a:endParaRPr lang="zh-CN" altLang="en-US"/>
        </a:p>
      </dgm:t>
    </dgm:pt>
    <dgm:pt modelId="{6EB44368-DE1F-4A4A-8AE3-4C0E0CCAED4D}" type="sibTrans" cxnId="{3DCE3A9E-A55D-45EA-BC83-B64652E61F55}">
      <dgm:prSet/>
      <dgm:spPr/>
      <dgm:t>
        <a:bodyPr/>
        <a:lstStyle/>
        <a:p>
          <a:endParaRPr lang="zh-CN" altLang="en-US"/>
        </a:p>
      </dgm:t>
    </dgm:pt>
    <dgm:pt modelId="{F7986FFE-2E0F-42C9-92B8-C1F2AC422308}">
      <dgm:prSet/>
      <dgm:spPr/>
      <dgm:t>
        <a:bodyPr/>
        <a:lstStyle/>
        <a:p>
          <a:pPr rtl="0"/>
          <a:r>
            <a:rPr lang="zh-CN" altLang="en-US" dirty="0" smtClean="0"/>
            <a:t>项目干系人管理</a:t>
          </a:r>
          <a:endParaRPr lang="zh-CN" dirty="0"/>
        </a:p>
      </dgm:t>
    </dgm:pt>
    <dgm:pt modelId="{CC189870-5890-4E28-9A78-F2ADC32B3039}" type="parTrans" cxnId="{37DF14FD-62D6-4F03-A5DD-8414C4BFA39C}">
      <dgm:prSet/>
      <dgm:spPr/>
      <dgm:t>
        <a:bodyPr/>
        <a:lstStyle/>
        <a:p>
          <a:endParaRPr lang="zh-CN" altLang="en-US"/>
        </a:p>
      </dgm:t>
    </dgm:pt>
    <dgm:pt modelId="{627879EA-9E34-4207-9ABF-31574B61CF4B}" type="sibTrans" cxnId="{37DF14FD-62D6-4F03-A5DD-8414C4BFA39C}">
      <dgm:prSet/>
      <dgm:spPr/>
      <dgm:t>
        <a:bodyPr/>
        <a:lstStyle/>
        <a:p>
          <a:endParaRPr lang="zh-CN" altLang="en-US"/>
        </a:p>
      </dgm:t>
    </dgm:pt>
    <dgm:pt modelId="{D35C86F7-BB13-4C1B-BA3B-FD9136911892}">
      <dgm:prSet/>
      <dgm:spPr/>
      <dgm:t>
        <a:bodyPr/>
        <a:lstStyle/>
        <a:p>
          <a:r>
            <a:rPr lang="zh-CN" altLang="en-US" dirty="0" smtClean="0"/>
            <a:t>包括识别干系人，管理干系人等</a:t>
          </a:r>
          <a:endParaRPr lang="zh-CN" altLang="en-US" dirty="0"/>
        </a:p>
      </dgm:t>
    </dgm:pt>
    <dgm:pt modelId="{F1804FF0-BDFD-460C-863B-8C584A63D990}" type="parTrans" cxnId="{DA65C169-F632-4CCF-B993-BC05D54EA908}">
      <dgm:prSet/>
      <dgm:spPr/>
      <dgm:t>
        <a:bodyPr/>
        <a:lstStyle/>
        <a:p>
          <a:endParaRPr lang="zh-CN" altLang="en-US"/>
        </a:p>
      </dgm:t>
    </dgm:pt>
    <dgm:pt modelId="{EBAE2301-A1B1-44CC-92A4-086C8DCE84E7}" type="sibTrans" cxnId="{DA65C169-F632-4CCF-B993-BC05D54EA908}">
      <dgm:prSet/>
      <dgm:spPr/>
      <dgm:t>
        <a:bodyPr/>
        <a:lstStyle/>
        <a:p>
          <a:endParaRPr lang="zh-CN" altLang="en-US"/>
        </a:p>
      </dgm:t>
    </dgm:pt>
    <dgm:pt modelId="{14721542-74B3-4ECC-ADCB-1683B76DA65E}" type="pres">
      <dgm:prSet presAssocID="{04851CF7-CA4D-45F4-BA9A-78E1ADF2FABE}" presName="theList" presStyleCnt="0">
        <dgm:presLayoutVars>
          <dgm:dir/>
          <dgm:animLvl val="lvl"/>
          <dgm:resizeHandles val="exact"/>
        </dgm:presLayoutVars>
      </dgm:prSet>
      <dgm:spPr/>
      <dgm:t>
        <a:bodyPr/>
        <a:lstStyle/>
        <a:p>
          <a:endParaRPr lang="zh-CN" altLang="en-US"/>
        </a:p>
      </dgm:t>
    </dgm:pt>
    <dgm:pt modelId="{7A9007C1-F000-4734-A760-E868786F1DFC}" type="pres">
      <dgm:prSet presAssocID="{F29F6C35-962D-437C-9E2B-98A0EC8F1023}" presName="compNode" presStyleCnt="0"/>
      <dgm:spPr/>
    </dgm:pt>
    <dgm:pt modelId="{0B6EC10A-A1D3-45DA-9D4F-F9A3499EAB78}" type="pres">
      <dgm:prSet presAssocID="{F29F6C35-962D-437C-9E2B-98A0EC8F1023}" presName="aNode" presStyleLbl="bgShp" presStyleIdx="0" presStyleCnt="10"/>
      <dgm:spPr/>
      <dgm:t>
        <a:bodyPr/>
        <a:lstStyle/>
        <a:p>
          <a:endParaRPr lang="zh-CN" altLang="en-US"/>
        </a:p>
      </dgm:t>
    </dgm:pt>
    <dgm:pt modelId="{D33003EA-AFA6-472F-97A6-8066C7DF998E}" type="pres">
      <dgm:prSet presAssocID="{F29F6C35-962D-437C-9E2B-98A0EC8F1023}" presName="textNode" presStyleLbl="bgShp" presStyleIdx="0" presStyleCnt="10"/>
      <dgm:spPr/>
      <dgm:t>
        <a:bodyPr/>
        <a:lstStyle/>
        <a:p>
          <a:endParaRPr lang="zh-CN" altLang="en-US"/>
        </a:p>
      </dgm:t>
    </dgm:pt>
    <dgm:pt modelId="{DACCFC1B-78A1-4F9E-BDAF-A2EE50F8F841}" type="pres">
      <dgm:prSet presAssocID="{F29F6C35-962D-437C-9E2B-98A0EC8F1023}" presName="compChildNode" presStyleCnt="0"/>
      <dgm:spPr/>
    </dgm:pt>
    <dgm:pt modelId="{21C9E47A-2B10-4AA3-9194-C91E6466FBFB}" type="pres">
      <dgm:prSet presAssocID="{F29F6C35-962D-437C-9E2B-98A0EC8F1023}" presName="theInnerList" presStyleCnt="0"/>
      <dgm:spPr/>
    </dgm:pt>
    <dgm:pt modelId="{128A1EC2-70A0-4E3A-B67B-EB64CE7B0AC5}" type="pres">
      <dgm:prSet presAssocID="{4C1590A3-1519-49B9-86E3-9413AB0A8E6F}" presName="childNode" presStyleLbl="node1" presStyleIdx="0" presStyleCnt="10">
        <dgm:presLayoutVars>
          <dgm:bulletEnabled val="1"/>
        </dgm:presLayoutVars>
      </dgm:prSet>
      <dgm:spPr/>
      <dgm:t>
        <a:bodyPr/>
        <a:lstStyle/>
        <a:p>
          <a:endParaRPr lang="zh-CN" altLang="en-US"/>
        </a:p>
      </dgm:t>
    </dgm:pt>
    <dgm:pt modelId="{6EF69372-4C30-4020-A0DF-9FE191C452FC}" type="pres">
      <dgm:prSet presAssocID="{F29F6C35-962D-437C-9E2B-98A0EC8F1023}" presName="aSpace" presStyleCnt="0"/>
      <dgm:spPr/>
    </dgm:pt>
    <dgm:pt modelId="{51AE3C7F-CD02-4CE8-BA9D-C4F9AEDBBE87}" type="pres">
      <dgm:prSet presAssocID="{985A4EEA-153D-4456-8073-5ECBDAA30D4A}" presName="compNode" presStyleCnt="0"/>
      <dgm:spPr/>
    </dgm:pt>
    <dgm:pt modelId="{2E03C4FC-5750-4A03-AC99-111707E05D4B}" type="pres">
      <dgm:prSet presAssocID="{985A4EEA-153D-4456-8073-5ECBDAA30D4A}" presName="aNode" presStyleLbl="bgShp" presStyleIdx="1" presStyleCnt="10"/>
      <dgm:spPr/>
      <dgm:t>
        <a:bodyPr/>
        <a:lstStyle/>
        <a:p>
          <a:endParaRPr lang="zh-CN" altLang="en-US"/>
        </a:p>
      </dgm:t>
    </dgm:pt>
    <dgm:pt modelId="{8CBDD958-AF1F-4505-BAD0-81222E5CE979}" type="pres">
      <dgm:prSet presAssocID="{985A4EEA-153D-4456-8073-5ECBDAA30D4A}" presName="textNode" presStyleLbl="bgShp" presStyleIdx="1" presStyleCnt="10"/>
      <dgm:spPr/>
      <dgm:t>
        <a:bodyPr/>
        <a:lstStyle/>
        <a:p>
          <a:endParaRPr lang="zh-CN" altLang="en-US"/>
        </a:p>
      </dgm:t>
    </dgm:pt>
    <dgm:pt modelId="{B0FE1ACC-1262-4B13-9549-F019DCD89C21}" type="pres">
      <dgm:prSet presAssocID="{985A4EEA-153D-4456-8073-5ECBDAA30D4A}" presName="compChildNode" presStyleCnt="0"/>
      <dgm:spPr/>
    </dgm:pt>
    <dgm:pt modelId="{5AD699D9-ABB5-4BA4-8400-2F54B070841B}" type="pres">
      <dgm:prSet presAssocID="{985A4EEA-153D-4456-8073-5ECBDAA30D4A}" presName="theInnerList" presStyleCnt="0"/>
      <dgm:spPr/>
    </dgm:pt>
    <dgm:pt modelId="{7DF8BF3C-85B3-4EC4-BFAF-E59C77203843}" type="pres">
      <dgm:prSet presAssocID="{CB6B0E33-D0C5-4410-A06C-642E74352155}" presName="childNode" presStyleLbl="node1" presStyleIdx="1" presStyleCnt="10">
        <dgm:presLayoutVars>
          <dgm:bulletEnabled val="1"/>
        </dgm:presLayoutVars>
      </dgm:prSet>
      <dgm:spPr/>
      <dgm:t>
        <a:bodyPr/>
        <a:lstStyle/>
        <a:p>
          <a:endParaRPr lang="zh-CN" altLang="en-US"/>
        </a:p>
      </dgm:t>
    </dgm:pt>
    <dgm:pt modelId="{D5998DED-C2C1-4258-B1F9-8A150654C362}" type="pres">
      <dgm:prSet presAssocID="{985A4EEA-153D-4456-8073-5ECBDAA30D4A}" presName="aSpace" presStyleCnt="0"/>
      <dgm:spPr/>
    </dgm:pt>
    <dgm:pt modelId="{90F2BD1F-E8F3-459B-A642-14085372DC64}" type="pres">
      <dgm:prSet presAssocID="{0527B9FF-EF3D-4BE9-BA31-58F149976906}" presName="compNode" presStyleCnt="0"/>
      <dgm:spPr/>
    </dgm:pt>
    <dgm:pt modelId="{8110F054-D8A2-4AB8-9F3C-E69069EF4128}" type="pres">
      <dgm:prSet presAssocID="{0527B9FF-EF3D-4BE9-BA31-58F149976906}" presName="aNode" presStyleLbl="bgShp" presStyleIdx="2" presStyleCnt="10"/>
      <dgm:spPr/>
      <dgm:t>
        <a:bodyPr/>
        <a:lstStyle/>
        <a:p>
          <a:endParaRPr lang="zh-CN" altLang="en-US"/>
        </a:p>
      </dgm:t>
    </dgm:pt>
    <dgm:pt modelId="{BA75D60A-6CFC-41A5-80BD-327B4C2B48B0}" type="pres">
      <dgm:prSet presAssocID="{0527B9FF-EF3D-4BE9-BA31-58F149976906}" presName="textNode" presStyleLbl="bgShp" presStyleIdx="2" presStyleCnt="10"/>
      <dgm:spPr/>
      <dgm:t>
        <a:bodyPr/>
        <a:lstStyle/>
        <a:p>
          <a:endParaRPr lang="zh-CN" altLang="en-US"/>
        </a:p>
      </dgm:t>
    </dgm:pt>
    <dgm:pt modelId="{3FD5D768-42F9-4B80-B5CE-31EA85A43413}" type="pres">
      <dgm:prSet presAssocID="{0527B9FF-EF3D-4BE9-BA31-58F149976906}" presName="compChildNode" presStyleCnt="0"/>
      <dgm:spPr/>
    </dgm:pt>
    <dgm:pt modelId="{A718AC3B-95E1-4D90-A3AE-5223985C5B28}" type="pres">
      <dgm:prSet presAssocID="{0527B9FF-EF3D-4BE9-BA31-58F149976906}" presName="theInnerList" presStyleCnt="0"/>
      <dgm:spPr/>
    </dgm:pt>
    <dgm:pt modelId="{DCE7C6D7-8470-4D98-BD1A-E372E726ADB3}" type="pres">
      <dgm:prSet presAssocID="{4B6F2E6F-446C-4C26-9E3A-5D476273E5DC}" presName="childNode" presStyleLbl="node1" presStyleIdx="2" presStyleCnt="10">
        <dgm:presLayoutVars>
          <dgm:bulletEnabled val="1"/>
        </dgm:presLayoutVars>
      </dgm:prSet>
      <dgm:spPr/>
      <dgm:t>
        <a:bodyPr/>
        <a:lstStyle/>
        <a:p>
          <a:endParaRPr lang="zh-CN" altLang="en-US"/>
        </a:p>
      </dgm:t>
    </dgm:pt>
    <dgm:pt modelId="{4143BE86-F288-4123-A1CF-0D6D1925F365}" type="pres">
      <dgm:prSet presAssocID="{0527B9FF-EF3D-4BE9-BA31-58F149976906}" presName="aSpace" presStyleCnt="0"/>
      <dgm:spPr/>
    </dgm:pt>
    <dgm:pt modelId="{1D6C48B4-1A86-48E2-AADD-938CFA20BE08}" type="pres">
      <dgm:prSet presAssocID="{051C662F-4DCB-42E1-A2E9-91658AC91540}" presName="compNode" presStyleCnt="0"/>
      <dgm:spPr/>
    </dgm:pt>
    <dgm:pt modelId="{58F1FE31-9E1A-4E29-ADF6-E6D50040E55D}" type="pres">
      <dgm:prSet presAssocID="{051C662F-4DCB-42E1-A2E9-91658AC91540}" presName="aNode" presStyleLbl="bgShp" presStyleIdx="3" presStyleCnt="10"/>
      <dgm:spPr/>
      <dgm:t>
        <a:bodyPr/>
        <a:lstStyle/>
        <a:p>
          <a:endParaRPr lang="zh-CN" altLang="en-US"/>
        </a:p>
      </dgm:t>
    </dgm:pt>
    <dgm:pt modelId="{21A139AE-55CC-4148-9507-0228113802EB}" type="pres">
      <dgm:prSet presAssocID="{051C662F-4DCB-42E1-A2E9-91658AC91540}" presName="textNode" presStyleLbl="bgShp" presStyleIdx="3" presStyleCnt="10"/>
      <dgm:spPr/>
      <dgm:t>
        <a:bodyPr/>
        <a:lstStyle/>
        <a:p>
          <a:endParaRPr lang="zh-CN" altLang="en-US"/>
        </a:p>
      </dgm:t>
    </dgm:pt>
    <dgm:pt modelId="{2B6ACBD0-540B-4318-8EC6-4E7FB4B2B6C2}" type="pres">
      <dgm:prSet presAssocID="{051C662F-4DCB-42E1-A2E9-91658AC91540}" presName="compChildNode" presStyleCnt="0"/>
      <dgm:spPr/>
    </dgm:pt>
    <dgm:pt modelId="{C58F14B2-A6F9-4CF0-B578-2E9B6F378E78}" type="pres">
      <dgm:prSet presAssocID="{051C662F-4DCB-42E1-A2E9-91658AC91540}" presName="theInnerList" presStyleCnt="0"/>
      <dgm:spPr/>
    </dgm:pt>
    <dgm:pt modelId="{5C2EB3FC-1B2A-4658-A712-C4D48494D9AE}" type="pres">
      <dgm:prSet presAssocID="{AA3DA9C0-087C-4991-BA93-7D2461A51452}" presName="childNode" presStyleLbl="node1" presStyleIdx="3" presStyleCnt="10">
        <dgm:presLayoutVars>
          <dgm:bulletEnabled val="1"/>
        </dgm:presLayoutVars>
      </dgm:prSet>
      <dgm:spPr/>
      <dgm:t>
        <a:bodyPr/>
        <a:lstStyle/>
        <a:p>
          <a:endParaRPr lang="zh-CN" altLang="en-US"/>
        </a:p>
      </dgm:t>
    </dgm:pt>
    <dgm:pt modelId="{DAC5BB3A-B692-428C-A477-E76D0B77966A}" type="pres">
      <dgm:prSet presAssocID="{051C662F-4DCB-42E1-A2E9-91658AC91540}" presName="aSpace" presStyleCnt="0"/>
      <dgm:spPr/>
    </dgm:pt>
    <dgm:pt modelId="{D89CBB62-0648-4C84-BA1B-279AD4C3D279}" type="pres">
      <dgm:prSet presAssocID="{DB7B899F-DA7A-4704-8701-23C3A132D6F0}" presName="compNode" presStyleCnt="0"/>
      <dgm:spPr/>
    </dgm:pt>
    <dgm:pt modelId="{BD00C52D-8D32-4DB6-82D8-66204F756E23}" type="pres">
      <dgm:prSet presAssocID="{DB7B899F-DA7A-4704-8701-23C3A132D6F0}" presName="aNode" presStyleLbl="bgShp" presStyleIdx="4" presStyleCnt="10"/>
      <dgm:spPr/>
      <dgm:t>
        <a:bodyPr/>
        <a:lstStyle/>
        <a:p>
          <a:endParaRPr lang="zh-CN" altLang="en-US"/>
        </a:p>
      </dgm:t>
    </dgm:pt>
    <dgm:pt modelId="{49D280FD-60A5-4649-A72B-DA753A7FDADE}" type="pres">
      <dgm:prSet presAssocID="{DB7B899F-DA7A-4704-8701-23C3A132D6F0}" presName="textNode" presStyleLbl="bgShp" presStyleIdx="4" presStyleCnt="10"/>
      <dgm:spPr/>
      <dgm:t>
        <a:bodyPr/>
        <a:lstStyle/>
        <a:p>
          <a:endParaRPr lang="zh-CN" altLang="en-US"/>
        </a:p>
      </dgm:t>
    </dgm:pt>
    <dgm:pt modelId="{95033B0F-0880-47A7-8C9F-9DB335A26454}" type="pres">
      <dgm:prSet presAssocID="{DB7B899F-DA7A-4704-8701-23C3A132D6F0}" presName="compChildNode" presStyleCnt="0"/>
      <dgm:spPr/>
    </dgm:pt>
    <dgm:pt modelId="{892A1115-7D25-4996-975B-DF054859EC09}" type="pres">
      <dgm:prSet presAssocID="{DB7B899F-DA7A-4704-8701-23C3A132D6F0}" presName="theInnerList" presStyleCnt="0"/>
      <dgm:spPr/>
    </dgm:pt>
    <dgm:pt modelId="{D7DF19D4-A34F-47EB-84FA-90C0DADEB56C}" type="pres">
      <dgm:prSet presAssocID="{A3DECF17-43D9-4BC3-ACC3-44CAC188B18C}" presName="childNode" presStyleLbl="node1" presStyleIdx="4" presStyleCnt="10">
        <dgm:presLayoutVars>
          <dgm:bulletEnabled val="1"/>
        </dgm:presLayoutVars>
      </dgm:prSet>
      <dgm:spPr/>
      <dgm:t>
        <a:bodyPr/>
        <a:lstStyle/>
        <a:p>
          <a:endParaRPr lang="zh-CN" altLang="en-US"/>
        </a:p>
      </dgm:t>
    </dgm:pt>
    <dgm:pt modelId="{7A57F729-AE0E-483D-8D1E-9599EE66AA8B}" type="pres">
      <dgm:prSet presAssocID="{DB7B899F-DA7A-4704-8701-23C3A132D6F0}" presName="aSpace" presStyleCnt="0"/>
      <dgm:spPr/>
    </dgm:pt>
    <dgm:pt modelId="{685622DA-B9CE-4CC8-8976-9CB8F9C11975}" type="pres">
      <dgm:prSet presAssocID="{0D208337-02BD-4533-B735-5031A177E2A1}" presName="compNode" presStyleCnt="0"/>
      <dgm:spPr/>
    </dgm:pt>
    <dgm:pt modelId="{11A91DE2-555D-414B-A00B-4DD42AB572CA}" type="pres">
      <dgm:prSet presAssocID="{0D208337-02BD-4533-B735-5031A177E2A1}" presName="aNode" presStyleLbl="bgShp" presStyleIdx="5" presStyleCnt="10"/>
      <dgm:spPr/>
      <dgm:t>
        <a:bodyPr/>
        <a:lstStyle/>
        <a:p>
          <a:endParaRPr lang="zh-CN" altLang="en-US"/>
        </a:p>
      </dgm:t>
    </dgm:pt>
    <dgm:pt modelId="{8E6CD649-1A9F-419C-95AA-AC1F231390A1}" type="pres">
      <dgm:prSet presAssocID="{0D208337-02BD-4533-B735-5031A177E2A1}" presName="textNode" presStyleLbl="bgShp" presStyleIdx="5" presStyleCnt="10"/>
      <dgm:spPr/>
      <dgm:t>
        <a:bodyPr/>
        <a:lstStyle/>
        <a:p>
          <a:endParaRPr lang="zh-CN" altLang="en-US"/>
        </a:p>
      </dgm:t>
    </dgm:pt>
    <dgm:pt modelId="{1974838C-1341-4840-96E5-2DD0D6B77E9B}" type="pres">
      <dgm:prSet presAssocID="{0D208337-02BD-4533-B735-5031A177E2A1}" presName="compChildNode" presStyleCnt="0"/>
      <dgm:spPr/>
    </dgm:pt>
    <dgm:pt modelId="{BA0B92BA-27A5-4108-8C19-ACBCFC68F786}" type="pres">
      <dgm:prSet presAssocID="{0D208337-02BD-4533-B735-5031A177E2A1}" presName="theInnerList" presStyleCnt="0"/>
      <dgm:spPr/>
    </dgm:pt>
    <dgm:pt modelId="{38CAF6FA-AEFE-462A-9AA9-9DC19E6B5F3D}" type="pres">
      <dgm:prSet presAssocID="{E7E3E8F3-F6C8-43B4-B8F1-301E047EBC62}" presName="childNode" presStyleLbl="node1" presStyleIdx="5" presStyleCnt="10">
        <dgm:presLayoutVars>
          <dgm:bulletEnabled val="1"/>
        </dgm:presLayoutVars>
      </dgm:prSet>
      <dgm:spPr/>
      <dgm:t>
        <a:bodyPr/>
        <a:lstStyle/>
        <a:p>
          <a:endParaRPr lang="zh-CN" altLang="en-US"/>
        </a:p>
      </dgm:t>
    </dgm:pt>
    <dgm:pt modelId="{A3FF0C73-17E4-4F35-AC0B-F708829D8D2A}" type="pres">
      <dgm:prSet presAssocID="{0D208337-02BD-4533-B735-5031A177E2A1}" presName="aSpace" presStyleCnt="0"/>
      <dgm:spPr/>
    </dgm:pt>
    <dgm:pt modelId="{928D630D-5DF1-41A1-B59C-334987D64245}" type="pres">
      <dgm:prSet presAssocID="{2BEB38AB-1D43-4454-BBA1-2DDFAD913B05}" presName="compNode" presStyleCnt="0"/>
      <dgm:spPr/>
    </dgm:pt>
    <dgm:pt modelId="{759876CE-E5F6-42EB-B658-64A75C764ACD}" type="pres">
      <dgm:prSet presAssocID="{2BEB38AB-1D43-4454-BBA1-2DDFAD913B05}" presName="aNode" presStyleLbl="bgShp" presStyleIdx="6" presStyleCnt="10"/>
      <dgm:spPr/>
      <dgm:t>
        <a:bodyPr/>
        <a:lstStyle/>
        <a:p>
          <a:endParaRPr lang="zh-CN" altLang="en-US"/>
        </a:p>
      </dgm:t>
    </dgm:pt>
    <dgm:pt modelId="{9ACF4F52-8B8D-47DB-9360-76DE9365C6F5}" type="pres">
      <dgm:prSet presAssocID="{2BEB38AB-1D43-4454-BBA1-2DDFAD913B05}" presName="textNode" presStyleLbl="bgShp" presStyleIdx="6" presStyleCnt="10"/>
      <dgm:spPr/>
      <dgm:t>
        <a:bodyPr/>
        <a:lstStyle/>
        <a:p>
          <a:endParaRPr lang="zh-CN" altLang="en-US"/>
        </a:p>
      </dgm:t>
    </dgm:pt>
    <dgm:pt modelId="{8744C09F-CC77-4568-97F5-EA2B2F9DD8AD}" type="pres">
      <dgm:prSet presAssocID="{2BEB38AB-1D43-4454-BBA1-2DDFAD913B05}" presName="compChildNode" presStyleCnt="0"/>
      <dgm:spPr/>
    </dgm:pt>
    <dgm:pt modelId="{770692E4-5D46-4F0A-962B-EF25806418D7}" type="pres">
      <dgm:prSet presAssocID="{2BEB38AB-1D43-4454-BBA1-2DDFAD913B05}" presName="theInnerList" presStyleCnt="0"/>
      <dgm:spPr/>
    </dgm:pt>
    <dgm:pt modelId="{2228309C-75B8-47D9-8B71-0937E7E4637C}" type="pres">
      <dgm:prSet presAssocID="{154E1E63-FA59-445D-AD26-82FA1289ED7E}" presName="childNode" presStyleLbl="node1" presStyleIdx="6" presStyleCnt="10">
        <dgm:presLayoutVars>
          <dgm:bulletEnabled val="1"/>
        </dgm:presLayoutVars>
      </dgm:prSet>
      <dgm:spPr/>
      <dgm:t>
        <a:bodyPr/>
        <a:lstStyle/>
        <a:p>
          <a:endParaRPr lang="zh-CN" altLang="en-US"/>
        </a:p>
      </dgm:t>
    </dgm:pt>
    <dgm:pt modelId="{0143D11D-0B4C-4A2C-8159-67F93400180A}" type="pres">
      <dgm:prSet presAssocID="{2BEB38AB-1D43-4454-BBA1-2DDFAD913B05}" presName="aSpace" presStyleCnt="0"/>
      <dgm:spPr/>
    </dgm:pt>
    <dgm:pt modelId="{BAF32A74-3E5D-451F-9923-4394549A5F26}" type="pres">
      <dgm:prSet presAssocID="{CE0A5E1A-EC02-4B32-A8A0-9BA302F2E58F}" presName="compNode" presStyleCnt="0"/>
      <dgm:spPr/>
    </dgm:pt>
    <dgm:pt modelId="{5FD2E79A-A5C0-4154-8A70-726B6F91B619}" type="pres">
      <dgm:prSet presAssocID="{CE0A5E1A-EC02-4B32-A8A0-9BA302F2E58F}" presName="aNode" presStyleLbl="bgShp" presStyleIdx="7" presStyleCnt="10"/>
      <dgm:spPr/>
      <dgm:t>
        <a:bodyPr/>
        <a:lstStyle/>
        <a:p>
          <a:endParaRPr lang="zh-CN" altLang="en-US"/>
        </a:p>
      </dgm:t>
    </dgm:pt>
    <dgm:pt modelId="{887D1D0B-9586-4EC0-89A9-3C24C54209DB}" type="pres">
      <dgm:prSet presAssocID="{CE0A5E1A-EC02-4B32-A8A0-9BA302F2E58F}" presName="textNode" presStyleLbl="bgShp" presStyleIdx="7" presStyleCnt="10"/>
      <dgm:spPr/>
      <dgm:t>
        <a:bodyPr/>
        <a:lstStyle/>
        <a:p>
          <a:endParaRPr lang="zh-CN" altLang="en-US"/>
        </a:p>
      </dgm:t>
    </dgm:pt>
    <dgm:pt modelId="{316921CD-707D-4731-9AD8-E2D920406F19}" type="pres">
      <dgm:prSet presAssocID="{CE0A5E1A-EC02-4B32-A8A0-9BA302F2E58F}" presName="compChildNode" presStyleCnt="0"/>
      <dgm:spPr/>
    </dgm:pt>
    <dgm:pt modelId="{E7C92D3C-6156-4BFB-87F6-E62905490A6E}" type="pres">
      <dgm:prSet presAssocID="{CE0A5E1A-EC02-4B32-A8A0-9BA302F2E58F}" presName="theInnerList" presStyleCnt="0"/>
      <dgm:spPr/>
    </dgm:pt>
    <dgm:pt modelId="{46C84389-BC67-41AE-A827-C81F2BBACBA1}" type="pres">
      <dgm:prSet presAssocID="{58983552-157F-4822-9C83-ECE14AC27AB6}" presName="childNode" presStyleLbl="node1" presStyleIdx="7" presStyleCnt="10">
        <dgm:presLayoutVars>
          <dgm:bulletEnabled val="1"/>
        </dgm:presLayoutVars>
      </dgm:prSet>
      <dgm:spPr/>
      <dgm:t>
        <a:bodyPr/>
        <a:lstStyle/>
        <a:p>
          <a:endParaRPr lang="zh-CN" altLang="en-US"/>
        </a:p>
      </dgm:t>
    </dgm:pt>
    <dgm:pt modelId="{92EBEFF5-7E3C-485A-9F58-FEB45751E005}" type="pres">
      <dgm:prSet presAssocID="{CE0A5E1A-EC02-4B32-A8A0-9BA302F2E58F}" presName="aSpace" presStyleCnt="0"/>
      <dgm:spPr/>
    </dgm:pt>
    <dgm:pt modelId="{22CDB771-0C88-4635-9109-D96857ADFA7F}" type="pres">
      <dgm:prSet presAssocID="{DAC446D1-8B0F-4D95-BD51-8D8F6E24A51A}" presName="compNode" presStyleCnt="0"/>
      <dgm:spPr/>
    </dgm:pt>
    <dgm:pt modelId="{FF90249E-5A51-4EB9-A945-ACCC5E77C4CC}" type="pres">
      <dgm:prSet presAssocID="{DAC446D1-8B0F-4D95-BD51-8D8F6E24A51A}" presName="aNode" presStyleLbl="bgShp" presStyleIdx="8" presStyleCnt="10"/>
      <dgm:spPr/>
      <dgm:t>
        <a:bodyPr/>
        <a:lstStyle/>
        <a:p>
          <a:endParaRPr lang="zh-CN" altLang="en-US"/>
        </a:p>
      </dgm:t>
    </dgm:pt>
    <dgm:pt modelId="{78F9535A-5B07-4FEF-A292-1328F5D5B06E}" type="pres">
      <dgm:prSet presAssocID="{DAC446D1-8B0F-4D95-BD51-8D8F6E24A51A}" presName="textNode" presStyleLbl="bgShp" presStyleIdx="8" presStyleCnt="10"/>
      <dgm:spPr/>
      <dgm:t>
        <a:bodyPr/>
        <a:lstStyle/>
        <a:p>
          <a:endParaRPr lang="zh-CN" altLang="en-US"/>
        </a:p>
      </dgm:t>
    </dgm:pt>
    <dgm:pt modelId="{0BBED750-D0C2-4C06-A6E4-C262029CDCB7}" type="pres">
      <dgm:prSet presAssocID="{DAC446D1-8B0F-4D95-BD51-8D8F6E24A51A}" presName="compChildNode" presStyleCnt="0"/>
      <dgm:spPr/>
    </dgm:pt>
    <dgm:pt modelId="{752FED91-84FC-4F10-8B05-CD8D1848B11A}" type="pres">
      <dgm:prSet presAssocID="{DAC446D1-8B0F-4D95-BD51-8D8F6E24A51A}" presName="theInnerList" presStyleCnt="0"/>
      <dgm:spPr/>
    </dgm:pt>
    <dgm:pt modelId="{C0450415-DB87-49FC-A670-BA38AC2051B6}" type="pres">
      <dgm:prSet presAssocID="{795687BB-A47C-4E75-BB3A-C6C11D5D2E97}" presName="childNode" presStyleLbl="node1" presStyleIdx="8" presStyleCnt="10">
        <dgm:presLayoutVars>
          <dgm:bulletEnabled val="1"/>
        </dgm:presLayoutVars>
      </dgm:prSet>
      <dgm:spPr/>
      <dgm:t>
        <a:bodyPr/>
        <a:lstStyle/>
        <a:p>
          <a:endParaRPr lang="zh-CN" altLang="en-US"/>
        </a:p>
      </dgm:t>
    </dgm:pt>
    <dgm:pt modelId="{24DB9E6F-FCBC-4285-96BB-5D061A6EC0AC}" type="pres">
      <dgm:prSet presAssocID="{DAC446D1-8B0F-4D95-BD51-8D8F6E24A51A}" presName="aSpace" presStyleCnt="0"/>
      <dgm:spPr/>
    </dgm:pt>
    <dgm:pt modelId="{A746D95D-2F2B-4BDB-99CF-429DD758EC6C}" type="pres">
      <dgm:prSet presAssocID="{F7986FFE-2E0F-42C9-92B8-C1F2AC422308}" presName="compNode" presStyleCnt="0"/>
      <dgm:spPr/>
    </dgm:pt>
    <dgm:pt modelId="{878F975B-A462-4C8C-8FB0-C9DD8F9274E7}" type="pres">
      <dgm:prSet presAssocID="{F7986FFE-2E0F-42C9-92B8-C1F2AC422308}" presName="aNode" presStyleLbl="bgShp" presStyleIdx="9" presStyleCnt="10"/>
      <dgm:spPr/>
      <dgm:t>
        <a:bodyPr/>
        <a:lstStyle/>
        <a:p>
          <a:endParaRPr lang="zh-CN" altLang="en-US"/>
        </a:p>
      </dgm:t>
    </dgm:pt>
    <dgm:pt modelId="{9B3DE577-5909-41B5-BB24-2EF613FA8056}" type="pres">
      <dgm:prSet presAssocID="{F7986FFE-2E0F-42C9-92B8-C1F2AC422308}" presName="textNode" presStyleLbl="bgShp" presStyleIdx="9" presStyleCnt="10"/>
      <dgm:spPr/>
      <dgm:t>
        <a:bodyPr/>
        <a:lstStyle/>
        <a:p>
          <a:endParaRPr lang="zh-CN" altLang="en-US"/>
        </a:p>
      </dgm:t>
    </dgm:pt>
    <dgm:pt modelId="{5BA4DB8A-1E96-473B-95C8-E3ACEC62933B}" type="pres">
      <dgm:prSet presAssocID="{F7986FFE-2E0F-42C9-92B8-C1F2AC422308}" presName="compChildNode" presStyleCnt="0"/>
      <dgm:spPr/>
    </dgm:pt>
    <dgm:pt modelId="{3F2982D7-F363-4C18-BE6E-B8AF730BF1A1}" type="pres">
      <dgm:prSet presAssocID="{F7986FFE-2E0F-42C9-92B8-C1F2AC422308}" presName="theInnerList" presStyleCnt="0"/>
      <dgm:spPr/>
    </dgm:pt>
    <dgm:pt modelId="{1AEFF6D4-1144-4671-AD92-0210441C83A5}" type="pres">
      <dgm:prSet presAssocID="{D35C86F7-BB13-4C1B-BA3B-FD9136911892}" presName="childNode" presStyleLbl="node1" presStyleIdx="9" presStyleCnt="10">
        <dgm:presLayoutVars>
          <dgm:bulletEnabled val="1"/>
        </dgm:presLayoutVars>
      </dgm:prSet>
      <dgm:spPr/>
      <dgm:t>
        <a:bodyPr/>
        <a:lstStyle/>
        <a:p>
          <a:endParaRPr lang="zh-CN" altLang="en-US"/>
        </a:p>
      </dgm:t>
    </dgm:pt>
  </dgm:ptLst>
  <dgm:cxnLst>
    <dgm:cxn modelId="{E65FE17C-EEDB-41BD-ACBC-FDE26E884936}" type="presOf" srcId="{E7E3E8F3-F6C8-43B4-B8F1-301E047EBC62}" destId="{38CAF6FA-AEFE-462A-9AA9-9DC19E6B5F3D}" srcOrd="0" destOrd="0" presId="urn:microsoft.com/office/officeart/2005/8/layout/lProcess2"/>
    <dgm:cxn modelId="{AD783FAA-844E-4FB3-9849-53CA57D468AF}" srcId="{04851CF7-CA4D-45F4-BA9A-78E1ADF2FABE}" destId="{CE0A5E1A-EC02-4B32-A8A0-9BA302F2E58F}" srcOrd="7" destOrd="0" parTransId="{5B184959-BEE1-4A63-A1DC-1CB2F9C65DB7}" sibTransId="{70F945F4-904B-4551-8F2B-86BFC0921359}"/>
    <dgm:cxn modelId="{89322F0A-ACC1-4875-9E3E-4F27B8A313DA}" type="presOf" srcId="{AA3DA9C0-087C-4991-BA93-7D2461A51452}" destId="{5C2EB3FC-1B2A-4658-A712-C4D48494D9AE}" srcOrd="0" destOrd="0" presId="urn:microsoft.com/office/officeart/2005/8/layout/lProcess2"/>
    <dgm:cxn modelId="{A5C5DFFB-A831-41FF-8EB2-0030A5FADC98}" type="presOf" srcId="{58983552-157F-4822-9C83-ECE14AC27AB6}" destId="{46C84389-BC67-41AE-A827-C81F2BBACBA1}" srcOrd="0" destOrd="0" presId="urn:microsoft.com/office/officeart/2005/8/layout/lProcess2"/>
    <dgm:cxn modelId="{4D5B42AA-AE42-4237-92C5-EB30F1492E8E}" type="presOf" srcId="{0D208337-02BD-4533-B735-5031A177E2A1}" destId="{11A91DE2-555D-414B-A00B-4DD42AB572CA}" srcOrd="0" destOrd="0" presId="urn:microsoft.com/office/officeart/2005/8/layout/lProcess2"/>
    <dgm:cxn modelId="{C6E53B47-7F4B-4401-9CF2-2E068ED2A635}" srcId="{0527B9FF-EF3D-4BE9-BA31-58F149976906}" destId="{4B6F2E6F-446C-4C26-9E3A-5D476273E5DC}" srcOrd="0" destOrd="0" parTransId="{14950BD0-D38C-4839-B396-3C523F0D1C11}" sibTransId="{0A4D1435-2BA3-4B87-BB37-B7C65CED9E5A}"/>
    <dgm:cxn modelId="{3117AFCD-FEC7-4C88-8599-CE9BF570E6C8}" srcId="{04851CF7-CA4D-45F4-BA9A-78E1ADF2FABE}" destId="{DAC446D1-8B0F-4D95-BD51-8D8F6E24A51A}" srcOrd="8" destOrd="0" parTransId="{8D028846-C992-4198-9DB3-9F52DF6D9876}" sibTransId="{A8DF3F2C-8216-49FB-A61C-4CCA4990911C}"/>
    <dgm:cxn modelId="{29643C43-6C3B-4F91-943E-73F507AD5975}" srcId="{04851CF7-CA4D-45F4-BA9A-78E1ADF2FABE}" destId="{2BEB38AB-1D43-4454-BBA1-2DDFAD913B05}" srcOrd="6" destOrd="0" parTransId="{E7CDF203-58BD-4399-8383-0EDCFBBEDCE1}" sibTransId="{5A4D3AD1-C8DB-4D07-8781-5B12E0B04E21}"/>
    <dgm:cxn modelId="{1B3459BC-1CA9-439D-B238-5F6B04E6C79E}" type="presOf" srcId="{DAC446D1-8B0F-4D95-BD51-8D8F6E24A51A}" destId="{FF90249E-5A51-4EB9-A945-ACCC5E77C4CC}" srcOrd="0" destOrd="0" presId="urn:microsoft.com/office/officeart/2005/8/layout/lProcess2"/>
    <dgm:cxn modelId="{456E130E-9FF2-4C88-A1F5-7786DA38CA41}" type="presOf" srcId="{A3DECF17-43D9-4BC3-ACC3-44CAC188B18C}" destId="{D7DF19D4-A34F-47EB-84FA-90C0DADEB56C}" srcOrd="0" destOrd="0" presId="urn:microsoft.com/office/officeart/2005/8/layout/lProcess2"/>
    <dgm:cxn modelId="{6154978A-3789-48EA-AAA7-466CBFEDAC95}" srcId="{DB7B899F-DA7A-4704-8701-23C3A132D6F0}" destId="{A3DECF17-43D9-4BC3-ACC3-44CAC188B18C}" srcOrd="0" destOrd="0" parTransId="{727C2797-FDAA-4054-9F81-7903F5B4776F}" sibTransId="{A7372635-1D78-413E-A67D-F229B84F0B47}"/>
    <dgm:cxn modelId="{9AB94058-4A01-4402-9999-B058A3E727EE}" type="presOf" srcId="{795687BB-A47C-4E75-BB3A-C6C11D5D2E97}" destId="{C0450415-DB87-49FC-A670-BA38AC2051B6}" srcOrd="0" destOrd="0" presId="urn:microsoft.com/office/officeart/2005/8/layout/lProcess2"/>
    <dgm:cxn modelId="{348EAFDC-DDE1-4685-A107-3B5FD1E88CCF}" type="presOf" srcId="{CE0A5E1A-EC02-4B32-A8A0-9BA302F2E58F}" destId="{887D1D0B-9586-4EC0-89A9-3C24C54209DB}" srcOrd="1" destOrd="0" presId="urn:microsoft.com/office/officeart/2005/8/layout/lProcess2"/>
    <dgm:cxn modelId="{65062491-D06C-4A10-9A43-DFDA780A2F2F}" type="presOf" srcId="{0527B9FF-EF3D-4BE9-BA31-58F149976906}" destId="{8110F054-D8A2-4AB8-9F3C-E69069EF4128}" srcOrd="0" destOrd="0" presId="urn:microsoft.com/office/officeart/2005/8/layout/lProcess2"/>
    <dgm:cxn modelId="{277B48E8-EF18-49CD-A894-A80E8B67912F}" srcId="{04851CF7-CA4D-45F4-BA9A-78E1ADF2FABE}" destId="{0527B9FF-EF3D-4BE9-BA31-58F149976906}" srcOrd="2" destOrd="0" parTransId="{565F35E5-1559-48EC-8271-D82D37DAAD3B}" sibTransId="{062D52BA-A473-4E44-9166-5FD012ADDEFA}"/>
    <dgm:cxn modelId="{59EC40A0-FA3C-4F7E-857B-DB21577D0949}" type="presOf" srcId="{985A4EEA-153D-4456-8073-5ECBDAA30D4A}" destId="{2E03C4FC-5750-4A03-AC99-111707E05D4B}" srcOrd="0" destOrd="0" presId="urn:microsoft.com/office/officeart/2005/8/layout/lProcess2"/>
    <dgm:cxn modelId="{AE956190-09A0-4659-B67F-EBE8979A4BF3}" srcId="{0D208337-02BD-4533-B735-5031A177E2A1}" destId="{E7E3E8F3-F6C8-43B4-B8F1-301E047EBC62}" srcOrd="0" destOrd="0" parTransId="{DE3E7018-30E7-4DB9-9DA9-A5B44864CA7F}" sibTransId="{FC19ED4B-1164-4D22-A10D-ADB2F4C6A369}"/>
    <dgm:cxn modelId="{08FC9544-C799-4142-AEC4-7317E3D27083}" type="presOf" srcId="{DB7B899F-DA7A-4704-8701-23C3A132D6F0}" destId="{49D280FD-60A5-4649-A72B-DA753A7FDADE}" srcOrd="1" destOrd="0" presId="urn:microsoft.com/office/officeart/2005/8/layout/lProcess2"/>
    <dgm:cxn modelId="{0D1EB4DD-6EBF-4479-B7B7-E4A33E097D50}" type="presOf" srcId="{04851CF7-CA4D-45F4-BA9A-78E1ADF2FABE}" destId="{14721542-74B3-4ECC-ADCB-1683B76DA65E}" srcOrd="0" destOrd="0" presId="urn:microsoft.com/office/officeart/2005/8/layout/lProcess2"/>
    <dgm:cxn modelId="{09733B1F-2D35-42DF-9B3D-39BBD803CBD6}" type="presOf" srcId="{DAC446D1-8B0F-4D95-BD51-8D8F6E24A51A}" destId="{78F9535A-5B07-4FEF-A292-1328F5D5B06E}" srcOrd="1" destOrd="0" presId="urn:microsoft.com/office/officeart/2005/8/layout/lProcess2"/>
    <dgm:cxn modelId="{0EAD9AD2-1F19-4454-B815-CFBFC79E5C49}" type="presOf" srcId="{985A4EEA-153D-4456-8073-5ECBDAA30D4A}" destId="{8CBDD958-AF1F-4505-BAD0-81222E5CE979}" srcOrd="1" destOrd="0" presId="urn:microsoft.com/office/officeart/2005/8/layout/lProcess2"/>
    <dgm:cxn modelId="{359B0A84-1B70-441B-BB8B-651F0CCF6823}" type="presOf" srcId="{2BEB38AB-1D43-4454-BBA1-2DDFAD913B05}" destId="{759876CE-E5F6-42EB-B658-64A75C764ACD}" srcOrd="0" destOrd="0" presId="urn:microsoft.com/office/officeart/2005/8/layout/lProcess2"/>
    <dgm:cxn modelId="{445431DB-AB07-4BF8-BA03-B055A362F4C9}" type="presOf" srcId="{CE0A5E1A-EC02-4B32-A8A0-9BA302F2E58F}" destId="{5FD2E79A-A5C0-4154-8A70-726B6F91B619}" srcOrd="0" destOrd="0" presId="urn:microsoft.com/office/officeart/2005/8/layout/lProcess2"/>
    <dgm:cxn modelId="{E6F3A557-6B0D-4CED-840F-5EE365919F91}" type="presOf" srcId="{051C662F-4DCB-42E1-A2E9-91658AC91540}" destId="{21A139AE-55CC-4148-9507-0228113802EB}" srcOrd="1" destOrd="0" presId="urn:microsoft.com/office/officeart/2005/8/layout/lProcess2"/>
    <dgm:cxn modelId="{CFC7781D-4B81-4EA7-993D-7399988D843A}" srcId="{051C662F-4DCB-42E1-A2E9-91658AC91540}" destId="{AA3DA9C0-087C-4991-BA93-7D2461A51452}" srcOrd="0" destOrd="0" parTransId="{18CF026D-C609-4470-A423-4546C9DBC931}" sibTransId="{E5F82820-F084-4067-94D7-867909123CBF}"/>
    <dgm:cxn modelId="{CCE5BEB0-3DCE-4214-B55D-F3679AD6469C}" type="presOf" srcId="{F29F6C35-962D-437C-9E2B-98A0EC8F1023}" destId="{0B6EC10A-A1D3-45DA-9D4F-F9A3499EAB78}" srcOrd="0" destOrd="0" presId="urn:microsoft.com/office/officeart/2005/8/layout/lProcess2"/>
    <dgm:cxn modelId="{871620DD-65F6-4687-AFD9-4CD0CED4D3DB}" srcId="{04851CF7-CA4D-45F4-BA9A-78E1ADF2FABE}" destId="{985A4EEA-153D-4456-8073-5ECBDAA30D4A}" srcOrd="1" destOrd="0" parTransId="{E8D41941-CF59-4552-8268-AB5225F62856}" sibTransId="{771E4BF3-6B86-4D35-A747-060222573388}"/>
    <dgm:cxn modelId="{726CFF6B-EEAE-4565-953E-447618B4136A}" srcId="{04851CF7-CA4D-45F4-BA9A-78E1ADF2FABE}" destId="{0D208337-02BD-4533-B735-5031A177E2A1}" srcOrd="5" destOrd="0" parTransId="{8F5166C0-A247-4287-9C12-193C76C9EE11}" sibTransId="{A3135F86-2A8D-4F2A-86CF-F3C5359F4A01}"/>
    <dgm:cxn modelId="{A64359BD-5F04-4F54-AF2D-B79DB1B53759}" type="presOf" srcId="{CB6B0E33-D0C5-4410-A06C-642E74352155}" destId="{7DF8BF3C-85B3-4EC4-BFAF-E59C77203843}" srcOrd="0" destOrd="0" presId="urn:microsoft.com/office/officeart/2005/8/layout/lProcess2"/>
    <dgm:cxn modelId="{B4E8FFE5-C5A7-4B8E-8EE2-F2D35DBB90D3}" type="presOf" srcId="{F7986FFE-2E0F-42C9-92B8-C1F2AC422308}" destId="{9B3DE577-5909-41B5-BB24-2EF613FA8056}" srcOrd="1" destOrd="0" presId="urn:microsoft.com/office/officeart/2005/8/layout/lProcess2"/>
    <dgm:cxn modelId="{FDA89670-E5BC-4B0D-8BCE-BE582C323973}" type="presOf" srcId="{DB7B899F-DA7A-4704-8701-23C3A132D6F0}" destId="{BD00C52D-8D32-4DB6-82D8-66204F756E23}" srcOrd="0" destOrd="0" presId="urn:microsoft.com/office/officeart/2005/8/layout/lProcess2"/>
    <dgm:cxn modelId="{CCD3E0B9-78F8-4807-8CF6-D01B37A33E2F}" srcId="{F29F6C35-962D-437C-9E2B-98A0EC8F1023}" destId="{4C1590A3-1519-49B9-86E3-9413AB0A8E6F}" srcOrd="0" destOrd="0" parTransId="{845AE767-545E-437F-9CD2-55987B3F3AAC}" sibTransId="{E8100470-C9BD-4D3A-A7C5-A5C6ECFB3541}"/>
    <dgm:cxn modelId="{3DCE3A9E-A55D-45EA-BC83-B64652E61F55}" srcId="{DAC446D1-8B0F-4D95-BD51-8D8F6E24A51A}" destId="{795687BB-A47C-4E75-BB3A-C6C11D5D2E97}" srcOrd="0" destOrd="0" parTransId="{D07D7C73-924D-444D-9FDC-CC82ADE093E8}" sibTransId="{6EB44368-DE1F-4A4A-8AE3-4C0E0CCAED4D}"/>
    <dgm:cxn modelId="{87A2DA3B-0D40-4C76-B49A-559CB1A3B767}" type="presOf" srcId="{051C662F-4DCB-42E1-A2E9-91658AC91540}" destId="{58F1FE31-9E1A-4E29-ADF6-E6D50040E55D}" srcOrd="0" destOrd="0" presId="urn:microsoft.com/office/officeart/2005/8/layout/lProcess2"/>
    <dgm:cxn modelId="{6AB3880F-DC7B-45E3-887B-FC79E4150890}" srcId="{CE0A5E1A-EC02-4B32-A8A0-9BA302F2E58F}" destId="{58983552-157F-4822-9C83-ECE14AC27AB6}" srcOrd="0" destOrd="0" parTransId="{8567511D-B95E-4363-8691-FA2E879FED08}" sibTransId="{5BAA24C1-C166-41D0-B69B-341CEC0610C5}"/>
    <dgm:cxn modelId="{989877AD-5A54-46EF-BF5A-8278B56ADBBF}" type="presOf" srcId="{F29F6C35-962D-437C-9E2B-98A0EC8F1023}" destId="{D33003EA-AFA6-472F-97A6-8066C7DF998E}" srcOrd="1" destOrd="0" presId="urn:microsoft.com/office/officeart/2005/8/layout/lProcess2"/>
    <dgm:cxn modelId="{DBC6853D-C17F-4AA4-801E-3D67D17C48F7}" srcId="{04851CF7-CA4D-45F4-BA9A-78E1ADF2FABE}" destId="{DB7B899F-DA7A-4704-8701-23C3A132D6F0}" srcOrd="4" destOrd="0" parTransId="{6E9DBA45-3D39-4D13-9F65-39FBE7D71E54}" sibTransId="{27EC9381-9D33-4C4E-A880-F12EE07DCAD2}"/>
    <dgm:cxn modelId="{48C8C7D1-F5D5-48F8-9A93-1C2ADEDDC49D}" type="presOf" srcId="{F7986FFE-2E0F-42C9-92B8-C1F2AC422308}" destId="{878F975B-A462-4C8C-8FB0-C9DD8F9274E7}" srcOrd="0" destOrd="0" presId="urn:microsoft.com/office/officeart/2005/8/layout/lProcess2"/>
    <dgm:cxn modelId="{7C36E251-BEEC-4238-B3AA-654AD69C960A}" type="presOf" srcId="{0527B9FF-EF3D-4BE9-BA31-58F149976906}" destId="{BA75D60A-6CFC-41A5-80BD-327B4C2B48B0}" srcOrd="1" destOrd="0" presId="urn:microsoft.com/office/officeart/2005/8/layout/lProcess2"/>
    <dgm:cxn modelId="{3D39A3C6-F692-4557-8399-93998B0A9EA8}" srcId="{2BEB38AB-1D43-4454-BBA1-2DDFAD913B05}" destId="{154E1E63-FA59-445D-AD26-82FA1289ED7E}" srcOrd="0" destOrd="0" parTransId="{FDD5F4F4-B929-4A2E-B0B8-F725A45A5786}" sibTransId="{7601B940-8FC7-4657-A8C5-1234F385B11E}"/>
    <dgm:cxn modelId="{DA65C169-F632-4CCF-B993-BC05D54EA908}" srcId="{F7986FFE-2E0F-42C9-92B8-C1F2AC422308}" destId="{D35C86F7-BB13-4C1B-BA3B-FD9136911892}" srcOrd="0" destOrd="0" parTransId="{F1804FF0-BDFD-460C-863B-8C584A63D990}" sibTransId="{EBAE2301-A1B1-44CC-92A4-086C8DCE84E7}"/>
    <dgm:cxn modelId="{37DF14FD-62D6-4F03-A5DD-8414C4BFA39C}" srcId="{04851CF7-CA4D-45F4-BA9A-78E1ADF2FABE}" destId="{F7986FFE-2E0F-42C9-92B8-C1F2AC422308}" srcOrd="9" destOrd="0" parTransId="{CC189870-5890-4E28-9A78-F2ADC32B3039}" sibTransId="{627879EA-9E34-4207-9ABF-31574B61CF4B}"/>
    <dgm:cxn modelId="{8FE17BE1-CB19-4034-90CE-72A14A9FE0E4}" type="presOf" srcId="{154E1E63-FA59-445D-AD26-82FA1289ED7E}" destId="{2228309C-75B8-47D9-8B71-0937E7E4637C}" srcOrd="0" destOrd="0" presId="urn:microsoft.com/office/officeart/2005/8/layout/lProcess2"/>
    <dgm:cxn modelId="{AC4714B4-0BDD-4F90-BE83-FF307549A316}" type="presOf" srcId="{4B6F2E6F-446C-4C26-9E3A-5D476273E5DC}" destId="{DCE7C6D7-8470-4D98-BD1A-E372E726ADB3}" srcOrd="0" destOrd="0" presId="urn:microsoft.com/office/officeart/2005/8/layout/lProcess2"/>
    <dgm:cxn modelId="{DD6993A3-13E5-465C-839C-0C86737326F9}" srcId="{985A4EEA-153D-4456-8073-5ECBDAA30D4A}" destId="{CB6B0E33-D0C5-4410-A06C-642E74352155}" srcOrd="0" destOrd="0" parTransId="{FE1B2F55-6434-4B4E-BB70-F416271E1256}" sibTransId="{0F25870E-C9F9-42F9-B5A1-15BBC855D1C5}"/>
    <dgm:cxn modelId="{2EF591F6-B19C-45BC-862B-E737B48A44DD}" type="presOf" srcId="{D35C86F7-BB13-4C1B-BA3B-FD9136911892}" destId="{1AEFF6D4-1144-4671-AD92-0210441C83A5}" srcOrd="0" destOrd="0" presId="urn:microsoft.com/office/officeart/2005/8/layout/lProcess2"/>
    <dgm:cxn modelId="{CB4FA77A-338F-4AC3-BF3A-6A49FC9ABBC6}" type="presOf" srcId="{2BEB38AB-1D43-4454-BBA1-2DDFAD913B05}" destId="{9ACF4F52-8B8D-47DB-9360-76DE9365C6F5}" srcOrd="1" destOrd="0" presId="urn:microsoft.com/office/officeart/2005/8/layout/lProcess2"/>
    <dgm:cxn modelId="{FAC58271-CF76-4925-83E4-9D9AA38A6539}" type="presOf" srcId="{0D208337-02BD-4533-B735-5031A177E2A1}" destId="{8E6CD649-1A9F-419C-95AA-AC1F231390A1}" srcOrd="1" destOrd="0" presId="urn:microsoft.com/office/officeart/2005/8/layout/lProcess2"/>
    <dgm:cxn modelId="{51DC5444-FA0E-4958-A2EE-560CC3D9A615}" srcId="{04851CF7-CA4D-45F4-BA9A-78E1ADF2FABE}" destId="{F29F6C35-962D-437C-9E2B-98A0EC8F1023}" srcOrd="0" destOrd="0" parTransId="{FCADBF4C-1F9D-4906-8129-F8CEA87C9C00}" sibTransId="{7B55EA48-0E53-4CB9-84AC-3FAF50EAE96C}"/>
    <dgm:cxn modelId="{390930A5-9FD1-42D0-B4AB-5478D4D99636}" type="presOf" srcId="{4C1590A3-1519-49B9-86E3-9413AB0A8E6F}" destId="{128A1EC2-70A0-4E3A-B67B-EB64CE7B0AC5}" srcOrd="0" destOrd="0" presId="urn:microsoft.com/office/officeart/2005/8/layout/lProcess2"/>
    <dgm:cxn modelId="{B6DABD55-DE08-4AAC-9FAC-F1330D2949D0}" srcId="{04851CF7-CA4D-45F4-BA9A-78E1ADF2FABE}" destId="{051C662F-4DCB-42E1-A2E9-91658AC91540}" srcOrd="3" destOrd="0" parTransId="{4C381EC4-0E28-42EF-8736-FBCC67BE268B}" sibTransId="{2F6AD9FA-15FF-434A-851A-AE18CC1D74F0}"/>
    <dgm:cxn modelId="{9BD4F18D-1D26-4F3F-BA42-021410CEA513}" type="presParOf" srcId="{14721542-74B3-4ECC-ADCB-1683B76DA65E}" destId="{7A9007C1-F000-4734-A760-E868786F1DFC}" srcOrd="0" destOrd="0" presId="urn:microsoft.com/office/officeart/2005/8/layout/lProcess2"/>
    <dgm:cxn modelId="{A011EBD0-4151-4BB1-A94E-B51CD91B8FD5}" type="presParOf" srcId="{7A9007C1-F000-4734-A760-E868786F1DFC}" destId="{0B6EC10A-A1D3-45DA-9D4F-F9A3499EAB78}" srcOrd="0" destOrd="0" presId="urn:microsoft.com/office/officeart/2005/8/layout/lProcess2"/>
    <dgm:cxn modelId="{D55F4D11-110E-4F52-86AD-7C72704B1D57}" type="presParOf" srcId="{7A9007C1-F000-4734-A760-E868786F1DFC}" destId="{D33003EA-AFA6-472F-97A6-8066C7DF998E}" srcOrd="1" destOrd="0" presId="urn:microsoft.com/office/officeart/2005/8/layout/lProcess2"/>
    <dgm:cxn modelId="{EE7DEA00-671F-4128-AB8A-F9C853CDB3B1}" type="presParOf" srcId="{7A9007C1-F000-4734-A760-E868786F1DFC}" destId="{DACCFC1B-78A1-4F9E-BDAF-A2EE50F8F841}" srcOrd="2" destOrd="0" presId="urn:microsoft.com/office/officeart/2005/8/layout/lProcess2"/>
    <dgm:cxn modelId="{AE7FE4B9-30CE-4DFB-9B7C-255EC7089432}" type="presParOf" srcId="{DACCFC1B-78A1-4F9E-BDAF-A2EE50F8F841}" destId="{21C9E47A-2B10-4AA3-9194-C91E6466FBFB}" srcOrd="0" destOrd="0" presId="urn:microsoft.com/office/officeart/2005/8/layout/lProcess2"/>
    <dgm:cxn modelId="{687C38BE-226B-496D-A988-16167B99A7A2}" type="presParOf" srcId="{21C9E47A-2B10-4AA3-9194-C91E6466FBFB}" destId="{128A1EC2-70A0-4E3A-B67B-EB64CE7B0AC5}" srcOrd="0" destOrd="0" presId="urn:microsoft.com/office/officeart/2005/8/layout/lProcess2"/>
    <dgm:cxn modelId="{B110821B-6AFE-4B83-92FB-3B7A0D4DE787}" type="presParOf" srcId="{14721542-74B3-4ECC-ADCB-1683B76DA65E}" destId="{6EF69372-4C30-4020-A0DF-9FE191C452FC}" srcOrd="1" destOrd="0" presId="urn:microsoft.com/office/officeart/2005/8/layout/lProcess2"/>
    <dgm:cxn modelId="{B29E520D-1F08-4720-9B48-1C552879FBED}" type="presParOf" srcId="{14721542-74B3-4ECC-ADCB-1683B76DA65E}" destId="{51AE3C7F-CD02-4CE8-BA9D-C4F9AEDBBE87}" srcOrd="2" destOrd="0" presId="urn:microsoft.com/office/officeart/2005/8/layout/lProcess2"/>
    <dgm:cxn modelId="{235A057F-6228-490B-9D03-A2E6FDFD4FB6}" type="presParOf" srcId="{51AE3C7F-CD02-4CE8-BA9D-C4F9AEDBBE87}" destId="{2E03C4FC-5750-4A03-AC99-111707E05D4B}" srcOrd="0" destOrd="0" presId="urn:microsoft.com/office/officeart/2005/8/layout/lProcess2"/>
    <dgm:cxn modelId="{925C9D93-2750-482A-B739-3892654390BC}" type="presParOf" srcId="{51AE3C7F-CD02-4CE8-BA9D-C4F9AEDBBE87}" destId="{8CBDD958-AF1F-4505-BAD0-81222E5CE979}" srcOrd="1" destOrd="0" presId="urn:microsoft.com/office/officeart/2005/8/layout/lProcess2"/>
    <dgm:cxn modelId="{4492D5D8-94B0-4CC7-B56D-C2CEB990C92C}" type="presParOf" srcId="{51AE3C7F-CD02-4CE8-BA9D-C4F9AEDBBE87}" destId="{B0FE1ACC-1262-4B13-9549-F019DCD89C21}" srcOrd="2" destOrd="0" presId="urn:microsoft.com/office/officeart/2005/8/layout/lProcess2"/>
    <dgm:cxn modelId="{5987DBDA-9325-4E61-A7EB-36838B10EF81}" type="presParOf" srcId="{B0FE1ACC-1262-4B13-9549-F019DCD89C21}" destId="{5AD699D9-ABB5-4BA4-8400-2F54B070841B}" srcOrd="0" destOrd="0" presId="urn:microsoft.com/office/officeart/2005/8/layout/lProcess2"/>
    <dgm:cxn modelId="{574DBF22-0978-4EBD-981D-D70C81E6A2D0}" type="presParOf" srcId="{5AD699D9-ABB5-4BA4-8400-2F54B070841B}" destId="{7DF8BF3C-85B3-4EC4-BFAF-E59C77203843}" srcOrd="0" destOrd="0" presId="urn:microsoft.com/office/officeart/2005/8/layout/lProcess2"/>
    <dgm:cxn modelId="{30D82CD4-C816-44C4-8E3B-F05F573586FE}" type="presParOf" srcId="{14721542-74B3-4ECC-ADCB-1683B76DA65E}" destId="{D5998DED-C2C1-4258-B1F9-8A150654C362}" srcOrd="3" destOrd="0" presId="urn:microsoft.com/office/officeart/2005/8/layout/lProcess2"/>
    <dgm:cxn modelId="{FDA8DC88-67F1-4C0D-B3FB-3F98B2B85E8A}" type="presParOf" srcId="{14721542-74B3-4ECC-ADCB-1683B76DA65E}" destId="{90F2BD1F-E8F3-459B-A642-14085372DC64}" srcOrd="4" destOrd="0" presId="urn:microsoft.com/office/officeart/2005/8/layout/lProcess2"/>
    <dgm:cxn modelId="{5DB813D5-C9DD-46DC-98E5-699B4ECB0B46}" type="presParOf" srcId="{90F2BD1F-E8F3-459B-A642-14085372DC64}" destId="{8110F054-D8A2-4AB8-9F3C-E69069EF4128}" srcOrd="0" destOrd="0" presId="urn:microsoft.com/office/officeart/2005/8/layout/lProcess2"/>
    <dgm:cxn modelId="{1F0F215D-54A5-4D97-86D5-C287DE9A8310}" type="presParOf" srcId="{90F2BD1F-E8F3-459B-A642-14085372DC64}" destId="{BA75D60A-6CFC-41A5-80BD-327B4C2B48B0}" srcOrd="1" destOrd="0" presId="urn:microsoft.com/office/officeart/2005/8/layout/lProcess2"/>
    <dgm:cxn modelId="{425F2DBF-ECE3-4AAC-9FFD-79D70269AC7C}" type="presParOf" srcId="{90F2BD1F-E8F3-459B-A642-14085372DC64}" destId="{3FD5D768-42F9-4B80-B5CE-31EA85A43413}" srcOrd="2" destOrd="0" presId="urn:microsoft.com/office/officeart/2005/8/layout/lProcess2"/>
    <dgm:cxn modelId="{22796F86-C893-4CE1-9217-FF6DAF1CD051}" type="presParOf" srcId="{3FD5D768-42F9-4B80-B5CE-31EA85A43413}" destId="{A718AC3B-95E1-4D90-A3AE-5223985C5B28}" srcOrd="0" destOrd="0" presId="urn:microsoft.com/office/officeart/2005/8/layout/lProcess2"/>
    <dgm:cxn modelId="{D3C138B8-7FB0-4D6C-A013-746D1F120206}" type="presParOf" srcId="{A718AC3B-95E1-4D90-A3AE-5223985C5B28}" destId="{DCE7C6D7-8470-4D98-BD1A-E372E726ADB3}" srcOrd="0" destOrd="0" presId="urn:microsoft.com/office/officeart/2005/8/layout/lProcess2"/>
    <dgm:cxn modelId="{262699FC-2808-42A8-A102-5CAAC91FC618}" type="presParOf" srcId="{14721542-74B3-4ECC-ADCB-1683B76DA65E}" destId="{4143BE86-F288-4123-A1CF-0D6D1925F365}" srcOrd="5" destOrd="0" presId="urn:microsoft.com/office/officeart/2005/8/layout/lProcess2"/>
    <dgm:cxn modelId="{21D0E2DF-6685-42D1-936B-D2543A5A56A6}" type="presParOf" srcId="{14721542-74B3-4ECC-ADCB-1683B76DA65E}" destId="{1D6C48B4-1A86-48E2-AADD-938CFA20BE08}" srcOrd="6" destOrd="0" presId="urn:microsoft.com/office/officeart/2005/8/layout/lProcess2"/>
    <dgm:cxn modelId="{B9BA3B08-700C-4688-B351-21090D7B1864}" type="presParOf" srcId="{1D6C48B4-1A86-48E2-AADD-938CFA20BE08}" destId="{58F1FE31-9E1A-4E29-ADF6-E6D50040E55D}" srcOrd="0" destOrd="0" presId="urn:microsoft.com/office/officeart/2005/8/layout/lProcess2"/>
    <dgm:cxn modelId="{EA7BA0F5-A576-4114-81F8-B6CDA41DB099}" type="presParOf" srcId="{1D6C48B4-1A86-48E2-AADD-938CFA20BE08}" destId="{21A139AE-55CC-4148-9507-0228113802EB}" srcOrd="1" destOrd="0" presId="urn:microsoft.com/office/officeart/2005/8/layout/lProcess2"/>
    <dgm:cxn modelId="{EBE056A3-9FB5-4748-B559-E8B204D208AB}" type="presParOf" srcId="{1D6C48B4-1A86-48E2-AADD-938CFA20BE08}" destId="{2B6ACBD0-540B-4318-8EC6-4E7FB4B2B6C2}" srcOrd="2" destOrd="0" presId="urn:microsoft.com/office/officeart/2005/8/layout/lProcess2"/>
    <dgm:cxn modelId="{16BE0D0F-73F5-4043-8ECE-632B61ED3DAA}" type="presParOf" srcId="{2B6ACBD0-540B-4318-8EC6-4E7FB4B2B6C2}" destId="{C58F14B2-A6F9-4CF0-B578-2E9B6F378E78}" srcOrd="0" destOrd="0" presId="urn:microsoft.com/office/officeart/2005/8/layout/lProcess2"/>
    <dgm:cxn modelId="{6BB42D4C-E20B-47EF-8D16-82C333CD67BD}" type="presParOf" srcId="{C58F14B2-A6F9-4CF0-B578-2E9B6F378E78}" destId="{5C2EB3FC-1B2A-4658-A712-C4D48494D9AE}" srcOrd="0" destOrd="0" presId="urn:microsoft.com/office/officeart/2005/8/layout/lProcess2"/>
    <dgm:cxn modelId="{17B2A230-F246-41F8-A3A2-3F52854A1D22}" type="presParOf" srcId="{14721542-74B3-4ECC-ADCB-1683B76DA65E}" destId="{DAC5BB3A-B692-428C-A477-E76D0B77966A}" srcOrd="7" destOrd="0" presId="urn:microsoft.com/office/officeart/2005/8/layout/lProcess2"/>
    <dgm:cxn modelId="{13B6615B-D466-4E7C-8085-47317C08C15C}" type="presParOf" srcId="{14721542-74B3-4ECC-ADCB-1683B76DA65E}" destId="{D89CBB62-0648-4C84-BA1B-279AD4C3D279}" srcOrd="8" destOrd="0" presId="urn:microsoft.com/office/officeart/2005/8/layout/lProcess2"/>
    <dgm:cxn modelId="{9E3187FD-33A1-4769-AF89-C45D3391BAF8}" type="presParOf" srcId="{D89CBB62-0648-4C84-BA1B-279AD4C3D279}" destId="{BD00C52D-8D32-4DB6-82D8-66204F756E23}" srcOrd="0" destOrd="0" presId="urn:microsoft.com/office/officeart/2005/8/layout/lProcess2"/>
    <dgm:cxn modelId="{31621ABD-EE43-4237-9267-E6EE17F664CD}" type="presParOf" srcId="{D89CBB62-0648-4C84-BA1B-279AD4C3D279}" destId="{49D280FD-60A5-4649-A72B-DA753A7FDADE}" srcOrd="1" destOrd="0" presId="urn:microsoft.com/office/officeart/2005/8/layout/lProcess2"/>
    <dgm:cxn modelId="{9787CFBC-ABD9-4BAA-BDC1-D0CBF1500414}" type="presParOf" srcId="{D89CBB62-0648-4C84-BA1B-279AD4C3D279}" destId="{95033B0F-0880-47A7-8C9F-9DB335A26454}" srcOrd="2" destOrd="0" presId="urn:microsoft.com/office/officeart/2005/8/layout/lProcess2"/>
    <dgm:cxn modelId="{D2240B91-C22F-4ABD-BCCF-23EABB7B232F}" type="presParOf" srcId="{95033B0F-0880-47A7-8C9F-9DB335A26454}" destId="{892A1115-7D25-4996-975B-DF054859EC09}" srcOrd="0" destOrd="0" presId="urn:microsoft.com/office/officeart/2005/8/layout/lProcess2"/>
    <dgm:cxn modelId="{A8518131-072F-41AA-9380-33E6315B6BAD}" type="presParOf" srcId="{892A1115-7D25-4996-975B-DF054859EC09}" destId="{D7DF19D4-A34F-47EB-84FA-90C0DADEB56C}" srcOrd="0" destOrd="0" presId="urn:microsoft.com/office/officeart/2005/8/layout/lProcess2"/>
    <dgm:cxn modelId="{235C86C3-8A58-4174-B360-2B14CCB33AB8}" type="presParOf" srcId="{14721542-74B3-4ECC-ADCB-1683B76DA65E}" destId="{7A57F729-AE0E-483D-8D1E-9599EE66AA8B}" srcOrd="9" destOrd="0" presId="urn:microsoft.com/office/officeart/2005/8/layout/lProcess2"/>
    <dgm:cxn modelId="{2C9709FE-7B81-49D8-8299-29AE80C29DCE}" type="presParOf" srcId="{14721542-74B3-4ECC-ADCB-1683B76DA65E}" destId="{685622DA-B9CE-4CC8-8976-9CB8F9C11975}" srcOrd="10" destOrd="0" presId="urn:microsoft.com/office/officeart/2005/8/layout/lProcess2"/>
    <dgm:cxn modelId="{3A20FAF2-33F2-4BAB-A4EB-C1A4BC3252D5}" type="presParOf" srcId="{685622DA-B9CE-4CC8-8976-9CB8F9C11975}" destId="{11A91DE2-555D-414B-A00B-4DD42AB572CA}" srcOrd="0" destOrd="0" presId="urn:microsoft.com/office/officeart/2005/8/layout/lProcess2"/>
    <dgm:cxn modelId="{24B11A9B-CC87-4D21-9755-3C5B55D8EE93}" type="presParOf" srcId="{685622DA-B9CE-4CC8-8976-9CB8F9C11975}" destId="{8E6CD649-1A9F-419C-95AA-AC1F231390A1}" srcOrd="1" destOrd="0" presId="urn:microsoft.com/office/officeart/2005/8/layout/lProcess2"/>
    <dgm:cxn modelId="{D7153635-4D8B-4F45-A95A-84921C4675AE}" type="presParOf" srcId="{685622DA-B9CE-4CC8-8976-9CB8F9C11975}" destId="{1974838C-1341-4840-96E5-2DD0D6B77E9B}" srcOrd="2" destOrd="0" presId="urn:microsoft.com/office/officeart/2005/8/layout/lProcess2"/>
    <dgm:cxn modelId="{D4CA89CD-A89B-4D0C-9F4A-E1F0622FED8F}" type="presParOf" srcId="{1974838C-1341-4840-96E5-2DD0D6B77E9B}" destId="{BA0B92BA-27A5-4108-8C19-ACBCFC68F786}" srcOrd="0" destOrd="0" presId="urn:microsoft.com/office/officeart/2005/8/layout/lProcess2"/>
    <dgm:cxn modelId="{E28CA2D0-3BE8-4D57-98B6-7E48D527D63C}" type="presParOf" srcId="{BA0B92BA-27A5-4108-8C19-ACBCFC68F786}" destId="{38CAF6FA-AEFE-462A-9AA9-9DC19E6B5F3D}" srcOrd="0" destOrd="0" presId="urn:microsoft.com/office/officeart/2005/8/layout/lProcess2"/>
    <dgm:cxn modelId="{E2B658EB-6FC2-4C6E-A6AD-54A6638E6993}" type="presParOf" srcId="{14721542-74B3-4ECC-ADCB-1683B76DA65E}" destId="{A3FF0C73-17E4-4F35-AC0B-F708829D8D2A}" srcOrd="11" destOrd="0" presId="urn:microsoft.com/office/officeart/2005/8/layout/lProcess2"/>
    <dgm:cxn modelId="{6F30A2F4-7DAE-4B97-80AB-9A81339A0B49}" type="presParOf" srcId="{14721542-74B3-4ECC-ADCB-1683B76DA65E}" destId="{928D630D-5DF1-41A1-B59C-334987D64245}" srcOrd="12" destOrd="0" presId="urn:microsoft.com/office/officeart/2005/8/layout/lProcess2"/>
    <dgm:cxn modelId="{12FEDB86-A4DD-43AE-8A52-0AE6A0EE4AF9}" type="presParOf" srcId="{928D630D-5DF1-41A1-B59C-334987D64245}" destId="{759876CE-E5F6-42EB-B658-64A75C764ACD}" srcOrd="0" destOrd="0" presId="urn:microsoft.com/office/officeart/2005/8/layout/lProcess2"/>
    <dgm:cxn modelId="{6B59A5D8-9180-4444-8F62-13C68D8F8EDF}" type="presParOf" srcId="{928D630D-5DF1-41A1-B59C-334987D64245}" destId="{9ACF4F52-8B8D-47DB-9360-76DE9365C6F5}" srcOrd="1" destOrd="0" presId="urn:microsoft.com/office/officeart/2005/8/layout/lProcess2"/>
    <dgm:cxn modelId="{C0F3EE51-AC3B-4E39-965A-EC6DDFA9C893}" type="presParOf" srcId="{928D630D-5DF1-41A1-B59C-334987D64245}" destId="{8744C09F-CC77-4568-97F5-EA2B2F9DD8AD}" srcOrd="2" destOrd="0" presId="urn:microsoft.com/office/officeart/2005/8/layout/lProcess2"/>
    <dgm:cxn modelId="{100AC464-5946-4C1C-8E24-DB3D58BB7D1C}" type="presParOf" srcId="{8744C09F-CC77-4568-97F5-EA2B2F9DD8AD}" destId="{770692E4-5D46-4F0A-962B-EF25806418D7}" srcOrd="0" destOrd="0" presId="urn:microsoft.com/office/officeart/2005/8/layout/lProcess2"/>
    <dgm:cxn modelId="{632D6BC0-0252-494E-82A9-E15E0BC188DD}" type="presParOf" srcId="{770692E4-5D46-4F0A-962B-EF25806418D7}" destId="{2228309C-75B8-47D9-8B71-0937E7E4637C}" srcOrd="0" destOrd="0" presId="urn:microsoft.com/office/officeart/2005/8/layout/lProcess2"/>
    <dgm:cxn modelId="{91686072-2465-4D8B-B20A-EC8236F5B815}" type="presParOf" srcId="{14721542-74B3-4ECC-ADCB-1683B76DA65E}" destId="{0143D11D-0B4C-4A2C-8159-67F93400180A}" srcOrd="13" destOrd="0" presId="urn:microsoft.com/office/officeart/2005/8/layout/lProcess2"/>
    <dgm:cxn modelId="{836F1452-8B46-4549-95F0-BD06D2C9EB8E}" type="presParOf" srcId="{14721542-74B3-4ECC-ADCB-1683B76DA65E}" destId="{BAF32A74-3E5D-451F-9923-4394549A5F26}" srcOrd="14" destOrd="0" presId="urn:microsoft.com/office/officeart/2005/8/layout/lProcess2"/>
    <dgm:cxn modelId="{1655FDBF-659E-47D5-AFCD-E0832B505290}" type="presParOf" srcId="{BAF32A74-3E5D-451F-9923-4394549A5F26}" destId="{5FD2E79A-A5C0-4154-8A70-726B6F91B619}" srcOrd="0" destOrd="0" presId="urn:microsoft.com/office/officeart/2005/8/layout/lProcess2"/>
    <dgm:cxn modelId="{CB3BB736-9ACF-4FF0-B010-2C2A3F111A75}" type="presParOf" srcId="{BAF32A74-3E5D-451F-9923-4394549A5F26}" destId="{887D1D0B-9586-4EC0-89A9-3C24C54209DB}" srcOrd="1" destOrd="0" presId="urn:microsoft.com/office/officeart/2005/8/layout/lProcess2"/>
    <dgm:cxn modelId="{771157A1-3E65-4334-996A-1771A46B4161}" type="presParOf" srcId="{BAF32A74-3E5D-451F-9923-4394549A5F26}" destId="{316921CD-707D-4731-9AD8-E2D920406F19}" srcOrd="2" destOrd="0" presId="urn:microsoft.com/office/officeart/2005/8/layout/lProcess2"/>
    <dgm:cxn modelId="{672731A9-528E-4896-A6FF-0E8E8F92509C}" type="presParOf" srcId="{316921CD-707D-4731-9AD8-E2D920406F19}" destId="{E7C92D3C-6156-4BFB-87F6-E62905490A6E}" srcOrd="0" destOrd="0" presId="urn:microsoft.com/office/officeart/2005/8/layout/lProcess2"/>
    <dgm:cxn modelId="{FF18460C-04C5-4388-B199-4189169A59DD}" type="presParOf" srcId="{E7C92D3C-6156-4BFB-87F6-E62905490A6E}" destId="{46C84389-BC67-41AE-A827-C81F2BBACBA1}" srcOrd="0" destOrd="0" presId="urn:microsoft.com/office/officeart/2005/8/layout/lProcess2"/>
    <dgm:cxn modelId="{E142049A-7CFF-401D-836B-8906B66A663F}" type="presParOf" srcId="{14721542-74B3-4ECC-ADCB-1683B76DA65E}" destId="{92EBEFF5-7E3C-485A-9F58-FEB45751E005}" srcOrd="15" destOrd="0" presId="urn:microsoft.com/office/officeart/2005/8/layout/lProcess2"/>
    <dgm:cxn modelId="{F787D5B1-2087-4062-9A94-A7D6AB86051A}" type="presParOf" srcId="{14721542-74B3-4ECC-ADCB-1683B76DA65E}" destId="{22CDB771-0C88-4635-9109-D96857ADFA7F}" srcOrd="16" destOrd="0" presId="urn:microsoft.com/office/officeart/2005/8/layout/lProcess2"/>
    <dgm:cxn modelId="{E90CE0AA-041F-4E6B-9E0F-2AF107BEB8E7}" type="presParOf" srcId="{22CDB771-0C88-4635-9109-D96857ADFA7F}" destId="{FF90249E-5A51-4EB9-A945-ACCC5E77C4CC}" srcOrd="0" destOrd="0" presId="urn:microsoft.com/office/officeart/2005/8/layout/lProcess2"/>
    <dgm:cxn modelId="{938694A7-4003-4587-B152-A230EEFC5D33}" type="presParOf" srcId="{22CDB771-0C88-4635-9109-D96857ADFA7F}" destId="{78F9535A-5B07-4FEF-A292-1328F5D5B06E}" srcOrd="1" destOrd="0" presId="urn:microsoft.com/office/officeart/2005/8/layout/lProcess2"/>
    <dgm:cxn modelId="{FC7B2E9E-BF72-4A9C-BCEF-F346F393E4DB}" type="presParOf" srcId="{22CDB771-0C88-4635-9109-D96857ADFA7F}" destId="{0BBED750-D0C2-4C06-A6E4-C262029CDCB7}" srcOrd="2" destOrd="0" presId="urn:microsoft.com/office/officeart/2005/8/layout/lProcess2"/>
    <dgm:cxn modelId="{60341099-D352-4093-A6E5-BA25BFA704EC}" type="presParOf" srcId="{0BBED750-D0C2-4C06-A6E4-C262029CDCB7}" destId="{752FED91-84FC-4F10-8B05-CD8D1848B11A}" srcOrd="0" destOrd="0" presId="urn:microsoft.com/office/officeart/2005/8/layout/lProcess2"/>
    <dgm:cxn modelId="{F897B9E2-5737-4860-97CF-7646B5B2E71C}" type="presParOf" srcId="{752FED91-84FC-4F10-8B05-CD8D1848B11A}" destId="{C0450415-DB87-49FC-A670-BA38AC2051B6}" srcOrd="0" destOrd="0" presId="urn:microsoft.com/office/officeart/2005/8/layout/lProcess2"/>
    <dgm:cxn modelId="{D9D7419A-6F4C-414A-A995-B2C150CDCC63}" type="presParOf" srcId="{14721542-74B3-4ECC-ADCB-1683B76DA65E}" destId="{24DB9E6F-FCBC-4285-96BB-5D061A6EC0AC}" srcOrd="17" destOrd="0" presId="urn:microsoft.com/office/officeart/2005/8/layout/lProcess2"/>
    <dgm:cxn modelId="{C331E2F3-BD20-4A76-9BD2-EFD24E57B1AC}" type="presParOf" srcId="{14721542-74B3-4ECC-ADCB-1683B76DA65E}" destId="{A746D95D-2F2B-4BDB-99CF-429DD758EC6C}" srcOrd="18" destOrd="0" presId="urn:microsoft.com/office/officeart/2005/8/layout/lProcess2"/>
    <dgm:cxn modelId="{B14E2B95-01D2-4A21-9734-BE4F2B78FC15}" type="presParOf" srcId="{A746D95D-2F2B-4BDB-99CF-429DD758EC6C}" destId="{878F975B-A462-4C8C-8FB0-C9DD8F9274E7}" srcOrd="0" destOrd="0" presId="urn:microsoft.com/office/officeart/2005/8/layout/lProcess2"/>
    <dgm:cxn modelId="{AE0C48B9-52F4-455D-9836-3F26D072CBBA}" type="presParOf" srcId="{A746D95D-2F2B-4BDB-99CF-429DD758EC6C}" destId="{9B3DE577-5909-41B5-BB24-2EF613FA8056}" srcOrd="1" destOrd="0" presId="urn:microsoft.com/office/officeart/2005/8/layout/lProcess2"/>
    <dgm:cxn modelId="{939FE404-FD75-43CD-9E92-E7F119D18F03}" type="presParOf" srcId="{A746D95D-2F2B-4BDB-99CF-429DD758EC6C}" destId="{5BA4DB8A-1E96-473B-95C8-E3ACEC62933B}" srcOrd="2" destOrd="0" presId="urn:microsoft.com/office/officeart/2005/8/layout/lProcess2"/>
    <dgm:cxn modelId="{1703DC2C-757D-4DF5-9D70-6B8447404242}" type="presParOf" srcId="{5BA4DB8A-1E96-473B-95C8-E3ACEC62933B}" destId="{3F2982D7-F363-4C18-BE6E-B8AF730BF1A1}" srcOrd="0" destOrd="0" presId="urn:microsoft.com/office/officeart/2005/8/layout/lProcess2"/>
    <dgm:cxn modelId="{E8AB04A8-DEE6-4AF0-8614-6C94BCCA0FDF}" type="presParOf" srcId="{3F2982D7-F363-4C18-BE6E-B8AF730BF1A1}" destId="{1AEFF6D4-1144-4671-AD92-0210441C83A5}" srcOrd="0" destOrd="0" presId="urn:microsoft.com/office/officeart/2005/8/layout/lProcess2"/>
  </dgm:cxnLst>
  <dgm:bg/>
  <dgm:whole/>
</dgm:dataModel>
</file>

<file path=ppt/diagrams/data21.xml><?xml version="1.0" encoding="utf-8"?>
<dgm:dataModel xmlns:dgm="http://schemas.openxmlformats.org/drawingml/2006/diagram" xmlns:a="http://schemas.openxmlformats.org/drawingml/2006/main">
  <dgm:ptLst>
    <dgm:pt modelId="{A4D61475-FD82-49CA-8DF3-714A909479C8}"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zh-CN" altLang="en-US"/>
        </a:p>
      </dgm:t>
    </dgm:pt>
    <dgm:pt modelId="{42976606-B1B2-4CC9-BFD4-391EB33DCD80}">
      <dgm:prSet/>
      <dgm:spPr/>
      <dgm:t>
        <a:bodyPr/>
        <a:lstStyle/>
        <a:p>
          <a:pPr rtl="0"/>
          <a:r>
            <a:rPr lang="zh-CN" b="1" dirty="0" smtClean="0"/>
            <a:t>关键路径</a:t>
          </a:r>
          <a:endParaRPr lang="zh-CN" dirty="0"/>
        </a:p>
      </dgm:t>
    </dgm:pt>
    <dgm:pt modelId="{2BB56AEF-8DB2-4594-8BF5-91E5706D31FC}" type="parTrans" cxnId="{BE6E245E-9C85-4308-A085-42A21F364ABB}">
      <dgm:prSet/>
      <dgm:spPr/>
      <dgm:t>
        <a:bodyPr/>
        <a:lstStyle/>
        <a:p>
          <a:endParaRPr lang="zh-CN" altLang="en-US"/>
        </a:p>
      </dgm:t>
    </dgm:pt>
    <dgm:pt modelId="{6F3A49F5-A185-413C-A019-EE7B90A46E43}" type="sibTrans" cxnId="{BE6E245E-9C85-4308-A085-42A21F364ABB}">
      <dgm:prSet/>
      <dgm:spPr/>
      <dgm:t>
        <a:bodyPr/>
        <a:lstStyle/>
        <a:p>
          <a:endParaRPr lang="zh-CN" altLang="en-US"/>
        </a:p>
      </dgm:t>
    </dgm:pt>
    <dgm:pt modelId="{7CA1363F-856F-4809-B55E-4DC695E54474}">
      <dgm:prSet/>
      <dgm:spPr/>
      <dgm:t>
        <a:bodyPr/>
        <a:lstStyle/>
        <a:p>
          <a:pPr rtl="0"/>
          <a:r>
            <a:rPr lang="zh-CN" dirty="0" smtClean="0"/>
            <a:t>关键路径是项目计划中最长的路线。它决定了项目的总实耗时间。项目经理必须把注意力集中于那些优先等级最高的任务，确保它们准时完成，关键路径上的任何活动的推迟将使整个项目推迟。向关键路径要时间，向非关键路径要资源。所以在进行项目操作的时候确定关键路径并进行有效的管理是至关重要的。</a:t>
          </a:r>
          <a:endParaRPr lang="zh-CN" dirty="0"/>
        </a:p>
      </dgm:t>
    </dgm:pt>
    <dgm:pt modelId="{932B3844-EF7E-4D46-944C-670E3C1C2FAA}" type="parTrans" cxnId="{59AF6519-4155-438E-AD79-3ECAA7D014ED}">
      <dgm:prSet/>
      <dgm:spPr/>
      <dgm:t>
        <a:bodyPr/>
        <a:lstStyle/>
        <a:p>
          <a:endParaRPr lang="zh-CN" altLang="en-US"/>
        </a:p>
      </dgm:t>
    </dgm:pt>
    <dgm:pt modelId="{EA4DB00B-7EEC-43D0-B02C-7276460DA0E0}" type="sibTrans" cxnId="{59AF6519-4155-438E-AD79-3ECAA7D014ED}">
      <dgm:prSet/>
      <dgm:spPr/>
      <dgm:t>
        <a:bodyPr/>
        <a:lstStyle/>
        <a:p>
          <a:endParaRPr lang="zh-CN" altLang="en-US"/>
        </a:p>
      </dgm:t>
    </dgm:pt>
    <dgm:pt modelId="{ECED4819-3BEB-4EE3-896C-5C08B8EFF743}">
      <dgm:prSet/>
      <dgm:spPr/>
      <dgm:t>
        <a:bodyPr/>
        <a:lstStyle/>
        <a:p>
          <a:pPr rtl="0"/>
          <a:r>
            <a:rPr lang="zh-CN" b="1" dirty="0" smtClean="0"/>
            <a:t>里程碑</a:t>
          </a:r>
          <a:endParaRPr lang="zh-CN" dirty="0"/>
        </a:p>
      </dgm:t>
    </dgm:pt>
    <dgm:pt modelId="{8C42F57C-3168-490C-B7C3-132EA4B1C2A6}" type="parTrans" cxnId="{37108EFE-FC9E-4DD9-AFBB-F2C7A1D4C037}">
      <dgm:prSet/>
      <dgm:spPr/>
      <dgm:t>
        <a:bodyPr/>
        <a:lstStyle/>
        <a:p>
          <a:endParaRPr lang="zh-CN" altLang="en-US"/>
        </a:p>
      </dgm:t>
    </dgm:pt>
    <dgm:pt modelId="{437F2483-9AAB-4D9D-AE1D-2576E98323EC}" type="sibTrans" cxnId="{37108EFE-FC9E-4DD9-AFBB-F2C7A1D4C037}">
      <dgm:prSet/>
      <dgm:spPr/>
      <dgm:t>
        <a:bodyPr/>
        <a:lstStyle/>
        <a:p>
          <a:endParaRPr lang="zh-CN" altLang="en-US"/>
        </a:p>
      </dgm:t>
    </dgm:pt>
    <dgm:pt modelId="{62FC624E-4B20-45C7-8195-91D6CA5FA8F3}">
      <dgm:prSet/>
      <dgm:spPr/>
      <dgm:t>
        <a:bodyPr/>
        <a:lstStyle/>
        <a:p>
          <a:pPr rtl="0"/>
          <a:r>
            <a:rPr lang="zh-CN" dirty="0" smtClean="0"/>
            <a:t>在制定项目进度计划时，在进度时间表上设立一些重要的时间检查点，这样一来，就可以在项目执行过程中利用这些重要的时间检查点来对项目的进程进行检查和控制。这些重要的时间检查点被称作项目的里程碑（</a:t>
          </a:r>
          <a:r>
            <a:rPr lang="en-US" dirty="0" smtClean="0"/>
            <a:t>Milestone</a:t>
          </a:r>
          <a:r>
            <a:rPr lang="zh-CN" dirty="0" smtClean="0"/>
            <a:t>）。</a:t>
          </a:r>
          <a:endParaRPr lang="zh-CN" dirty="0"/>
        </a:p>
      </dgm:t>
    </dgm:pt>
    <dgm:pt modelId="{CE7BAE14-7637-415A-9085-FDD4515F78FF}" type="parTrans" cxnId="{C926A91E-0A8B-49D5-BAED-A082F6B70C9A}">
      <dgm:prSet/>
      <dgm:spPr/>
      <dgm:t>
        <a:bodyPr/>
        <a:lstStyle/>
        <a:p>
          <a:endParaRPr lang="zh-CN" altLang="en-US"/>
        </a:p>
      </dgm:t>
    </dgm:pt>
    <dgm:pt modelId="{1DDFF1C7-93D6-416D-8D1B-1F28655B9DF9}" type="sibTrans" cxnId="{C926A91E-0A8B-49D5-BAED-A082F6B70C9A}">
      <dgm:prSet/>
      <dgm:spPr/>
      <dgm:t>
        <a:bodyPr/>
        <a:lstStyle/>
        <a:p>
          <a:endParaRPr lang="zh-CN" altLang="en-US"/>
        </a:p>
      </dgm:t>
    </dgm:pt>
    <dgm:pt modelId="{38022BAE-BAF5-4188-BDA0-38E67DB10180}">
      <dgm:prSet/>
      <dgm:spPr/>
      <dgm:t>
        <a:bodyPr/>
        <a:lstStyle/>
        <a:p>
          <a:pPr rtl="0"/>
          <a:r>
            <a:rPr lang="zh-CN" b="1" dirty="0" smtClean="0"/>
            <a:t>三个基准</a:t>
          </a:r>
          <a:endParaRPr lang="zh-CN" dirty="0"/>
        </a:p>
      </dgm:t>
    </dgm:pt>
    <dgm:pt modelId="{7F45AA05-8515-4E48-B98D-9494BEB6D4CA}" type="parTrans" cxnId="{B979C4EB-6F26-4517-9918-0007A01DCA05}">
      <dgm:prSet/>
      <dgm:spPr/>
      <dgm:t>
        <a:bodyPr/>
        <a:lstStyle/>
        <a:p>
          <a:endParaRPr lang="zh-CN" altLang="en-US"/>
        </a:p>
      </dgm:t>
    </dgm:pt>
    <dgm:pt modelId="{AE519F3B-C322-4903-AFD4-260F71D2BE0D}" type="sibTrans" cxnId="{B979C4EB-6F26-4517-9918-0007A01DCA05}">
      <dgm:prSet/>
      <dgm:spPr/>
      <dgm:t>
        <a:bodyPr/>
        <a:lstStyle/>
        <a:p>
          <a:endParaRPr lang="zh-CN" altLang="en-US"/>
        </a:p>
      </dgm:t>
    </dgm:pt>
    <dgm:pt modelId="{5FB78658-0B06-4856-80BB-3FB14E84FEE1}">
      <dgm:prSet/>
      <dgm:spPr/>
      <dgm:t>
        <a:bodyPr/>
        <a:lstStyle/>
        <a:p>
          <a:pPr rtl="0"/>
          <a:r>
            <a:rPr lang="zh-CN" dirty="0" smtClean="0"/>
            <a:t>所谓基准是指在计划结束时保存的一组原始数据，也为后续提供初始计划的参照点。这样就可以让我们随时与实际中的任务，资源，工作的更新信息进行详细的比较。包括：范围基准、计划基准、成本基准</a:t>
          </a:r>
          <a:endParaRPr lang="en-US" dirty="0"/>
        </a:p>
      </dgm:t>
    </dgm:pt>
    <dgm:pt modelId="{645308A4-B92C-4F0D-A663-2E191995A83C}" type="parTrans" cxnId="{8AE17CB8-8CAC-4F66-9724-1B983249D32C}">
      <dgm:prSet/>
      <dgm:spPr/>
      <dgm:t>
        <a:bodyPr/>
        <a:lstStyle/>
        <a:p>
          <a:endParaRPr lang="zh-CN" altLang="en-US"/>
        </a:p>
      </dgm:t>
    </dgm:pt>
    <dgm:pt modelId="{1672FED5-E98E-4E6A-93A9-5DFF6E606663}" type="sibTrans" cxnId="{8AE17CB8-8CAC-4F66-9724-1B983249D32C}">
      <dgm:prSet/>
      <dgm:spPr/>
      <dgm:t>
        <a:bodyPr/>
        <a:lstStyle/>
        <a:p>
          <a:endParaRPr lang="zh-CN" altLang="en-US"/>
        </a:p>
      </dgm:t>
    </dgm:pt>
    <dgm:pt modelId="{FF253BBD-61BA-4D3B-BCFC-EDD886065A3B}" type="pres">
      <dgm:prSet presAssocID="{A4D61475-FD82-49CA-8DF3-714A909479C8}" presName="Name0" presStyleCnt="0">
        <dgm:presLayoutVars>
          <dgm:dir/>
          <dgm:animLvl val="lvl"/>
          <dgm:resizeHandles val="exact"/>
        </dgm:presLayoutVars>
      </dgm:prSet>
      <dgm:spPr/>
      <dgm:t>
        <a:bodyPr/>
        <a:lstStyle/>
        <a:p>
          <a:endParaRPr lang="zh-CN" altLang="en-US"/>
        </a:p>
      </dgm:t>
    </dgm:pt>
    <dgm:pt modelId="{43D5C79E-2D46-44D0-94B8-4DAEEB04A37D}" type="pres">
      <dgm:prSet presAssocID="{42976606-B1B2-4CC9-BFD4-391EB33DCD80}" presName="linNode" presStyleCnt="0"/>
      <dgm:spPr/>
    </dgm:pt>
    <dgm:pt modelId="{8C8A631D-16DD-4F0C-8A08-AE613C271998}" type="pres">
      <dgm:prSet presAssocID="{42976606-B1B2-4CC9-BFD4-391EB33DCD80}" presName="parentText" presStyleLbl="node1" presStyleIdx="0" presStyleCnt="3">
        <dgm:presLayoutVars>
          <dgm:chMax val="1"/>
          <dgm:bulletEnabled val="1"/>
        </dgm:presLayoutVars>
      </dgm:prSet>
      <dgm:spPr/>
      <dgm:t>
        <a:bodyPr/>
        <a:lstStyle/>
        <a:p>
          <a:endParaRPr lang="zh-CN" altLang="en-US"/>
        </a:p>
      </dgm:t>
    </dgm:pt>
    <dgm:pt modelId="{5C2789E8-2A53-4843-B830-97CF251A3119}" type="pres">
      <dgm:prSet presAssocID="{42976606-B1B2-4CC9-BFD4-391EB33DCD80}" presName="descendantText" presStyleLbl="alignAccFollowNode1" presStyleIdx="0" presStyleCnt="3">
        <dgm:presLayoutVars>
          <dgm:bulletEnabled val="1"/>
        </dgm:presLayoutVars>
      </dgm:prSet>
      <dgm:spPr/>
      <dgm:t>
        <a:bodyPr/>
        <a:lstStyle/>
        <a:p>
          <a:endParaRPr lang="zh-CN" altLang="en-US"/>
        </a:p>
      </dgm:t>
    </dgm:pt>
    <dgm:pt modelId="{F73D3145-175F-4445-8D4F-51554A17E483}" type="pres">
      <dgm:prSet presAssocID="{6F3A49F5-A185-413C-A019-EE7B90A46E43}" presName="sp" presStyleCnt="0"/>
      <dgm:spPr/>
    </dgm:pt>
    <dgm:pt modelId="{1F16797C-6412-43CC-9676-DCEB2FA6EC12}" type="pres">
      <dgm:prSet presAssocID="{ECED4819-3BEB-4EE3-896C-5C08B8EFF743}" presName="linNode" presStyleCnt="0"/>
      <dgm:spPr/>
    </dgm:pt>
    <dgm:pt modelId="{6D79D1E9-841D-4301-9EA5-18C209B46574}" type="pres">
      <dgm:prSet presAssocID="{ECED4819-3BEB-4EE3-896C-5C08B8EFF743}" presName="parentText" presStyleLbl="node1" presStyleIdx="1" presStyleCnt="3">
        <dgm:presLayoutVars>
          <dgm:chMax val="1"/>
          <dgm:bulletEnabled val="1"/>
        </dgm:presLayoutVars>
      </dgm:prSet>
      <dgm:spPr/>
      <dgm:t>
        <a:bodyPr/>
        <a:lstStyle/>
        <a:p>
          <a:endParaRPr lang="zh-CN" altLang="en-US"/>
        </a:p>
      </dgm:t>
    </dgm:pt>
    <dgm:pt modelId="{028BB100-E65D-46B5-87A5-0872499F1759}" type="pres">
      <dgm:prSet presAssocID="{ECED4819-3BEB-4EE3-896C-5C08B8EFF743}" presName="descendantText" presStyleLbl="alignAccFollowNode1" presStyleIdx="1" presStyleCnt="3">
        <dgm:presLayoutVars>
          <dgm:bulletEnabled val="1"/>
        </dgm:presLayoutVars>
      </dgm:prSet>
      <dgm:spPr/>
      <dgm:t>
        <a:bodyPr/>
        <a:lstStyle/>
        <a:p>
          <a:endParaRPr lang="zh-CN" altLang="en-US"/>
        </a:p>
      </dgm:t>
    </dgm:pt>
    <dgm:pt modelId="{B8684C44-12CD-4D6A-B59C-080888D97423}" type="pres">
      <dgm:prSet presAssocID="{437F2483-9AAB-4D9D-AE1D-2576E98323EC}" presName="sp" presStyleCnt="0"/>
      <dgm:spPr/>
    </dgm:pt>
    <dgm:pt modelId="{EEAD7444-0AA2-49DC-88AA-7CB472378A25}" type="pres">
      <dgm:prSet presAssocID="{38022BAE-BAF5-4188-BDA0-38E67DB10180}" presName="linNode" presStyleCnt="0"/>
      <dgm:spPr/>
    </dgm:pt>
    <dgm:pt modelId="{AB4E6019-CBEF-415C-B9F7-9B3D8EEC2C70}" type="pres">
      <dgm:prSet presAssocID="{38022BAE-BAF5-4188-BDA0-38E67DB10180}" presName="parentText" presStyleLbl="node1" presStyleIdx="2" presStyleCnt="3">
        <dgm:presLayoutVars>
          <dgm:chMax val="1"/>
          <dgm:bulletEnabled val="1"/>
        </dgm:presLayoutVars>
      </dgm:prSet>
      <dgm:spPr/>
      <dgm:t>
        <a:bodyPr/>
        <a:lstStyle/>
        <a:p>
          <a:endParaRPr lang="zh-CN" altLang="en-US"/>
        </a:p>
      </dgm:t>
    </dgm:pt>
    <dgm:pt modelId="{5392939D-6812-45B3-9BAF-592756BC0E41}" type="pres">
      <dgm:prSet presAssocID="{38022BAE-BAF5-4188-BDA0-38E67DB10180}" presName="descendantText" presStyleLbl="alignAccFollowNode1" presStyleIdx="2" presStyleCnt="3">
        <dgm:presLayoutVars>
          <dgm:bulletEnabled val="1"/>
        </dgm:presLayoutVars>
      </dgm:prSet>
      <dgm:spPr/>
      <dgm:t>
        <a:bodyPr/>
        <a:lstStyle/>
        <a:p>
          <a:endParaRPr lang="zh-CN" altLang="en-US"/>
        </a:p>
      </dgm:t>
    </dgm:pt>
  </dgm:ptLst>
  <dgm:cxnLst>
    <dgm:cxn modelId="{D0A2D3E5-E442-4A44-8803-8F0B96B1AA07}" type="presOf" srcId="{A4D61475-FD82-49CA-8DF3-714A909479C8}" destId="{FF253BBD-61BA-4D3B-BCFC-EDD886065A3B}" srcOrd="0" destOrd="0" presId="urn:microsoft.com/office/officeart/2005/8/layout/vList5"/>
    <dgm:cxn modelId="{C926A91E-0A8B-49D5-BAED-A082F6B70C9A}" srcId="{ECED4819-3BEB-4EE3-896C-5C08B8EFF743}" destId="{62FC624E-4B20-45C7-8195-91D6CA5FA8F3}" srcOrd="0" destOrd="0" parTransId="{CE7BAE14-7637-415A-9085-FDD4515F78FF}" sibTransId="{1DDFF1C7-93D6-416D-8D1B-1F28655B9DF9}"/>
    <dgm:cxn modelId="{BDEA39BF-0933-4C30-B9A9-3B1312A4278F}" type="presOf" srcId="{42976606-B1B2-4CC9-BFD4-391EB33DCD80}" destId="{8C8A631D-16DD-4F0C-8A08-AE613C271998}" srcOrd="0" destOrd="0" presId="urn:microsoft.com/office/officeart/2005/8/layout/vList5"/>
    <dgm:cxn modelId="{59AF6519-4155-438E-AD79-3ECAA7D014ED}" srcId="{42976606-B1B2-4CC9-BFD4-391EB33DCD80}" destId="{7CA1363F-856F-4809-B55E-4DC695E54474}" srcOrd="0" destOrd="0" parTransId="{932B3844-EF7E-4D46-944C-670E3C1C2FAA}" sibTransId="{EA4DB00B-7EEC-43D0-B02C-7276460DA0E0}"/>
    <dgm:cxn modelId="{8AE17CB8-8CAC-4F66-9724-1B983249D32C}" srcId="{38022BAE-BAF5-4188-BDA0-38E67DB10180}" destId="{5FB78658-0B06-4856-80BB-3FB14E84FEE1}" srcOrd="0" destOrd="0" parTransId="{645308A4-B92C-4F0D-A663-2E191995A83C}" sibTransId="{1672FED5-E98E-4E6A-93A9-5DFF6E606663}"/>
    <dgm:cxn modelId="{B979C4EB-6F26-4517-9918-0007A01DCA05}" srcId="{A4D61475-FD82-49CA-8DF3-714A909479C8}" destId="{38022BAE-BAF5-4188-BDA0-38E67DB10180}" srcOrd="2" destOrd="0" parTransId="{7F45AA05-8515-4E48-B98D-9494BEB6D4CA}" sibTransId="{AE519F3B-C322-4903-AFD4-260F71D2BE0D}"/>
    <dgm:cxn modelId="{CB469C4C-8179-4FE5-8A04-1AD96E0E277A}" type="presOf" srcId="{62FC624E-4B20-45C7-8195-91D6CA5FA8F3}" destId="{028BB100-E65D-46B5-87A5-0872499F1759}" srcOrd="0" destOrd="0" presId="urn:microsoft.com/office/officeart/2005/8/layout/vList5"/>
    <dgm:cxn modelId="{37108EFE-FC9E-4DD9-AFBB-F2C7A1D4C037}" srcId="{A4D61475-FD82-49CA-8DF3-714A909479C8}" destId="{ECED4819-3BEB-4EE3-896C-5C08B8EFF743}" srcOrd="1" destOrd="0" parTransId="{8C42F57C-3168-490C-B7C3-132EA4B1C2A6}" sibTransId="{437F2483-9AAB-4D9D-AE1D-2576E98323EC}"/>
    <dgm:cxn modelId="{CFB7CE18-F50C-4FDD-9F16-7E798DA6CDE6}" type="presOf" srcId="{ECED4819-3BEB-4EE3-896C-5C08B8EFF743}" destId="{6D79D1E9-841D-4301-9EA5-18C209B46574}" srcOrd="0" destOrd="0" presId="urn:microsoft.com/office/officeart/2005/8/layout/vList5"/>
    <dgm:cxn modelId="{AF0A9E9A-30D9-4390-9B71-336F7E3F25EB}" type="presOf" srcId="{7CA1363F-856F-4809-B55E-4DC695E54474}" destId="{5C2789E8-2A53-4843-B830-97CF251A3119}" srcOrd="0" destOrd="0" presId="urn:microsoft.com/office/officeart/2005/8/layout/vList5"/>
    <dgm:cxn modelId="{BC1E5EA2-1D9B-47D2-8D59-2B50703C7150}" type="presOf" srcId="{5FB78658-0B06-4856-80BB-3FB14E84FEE1}" destId="{5392939D-6812-45B3-9BAF-592756BC0E41}" srcOrd="0" destOrd="0" presId="urn:microsoft.com/office/officeart/2005/8/layout/vList5"/>
    <dgm:cxn modelId="{BE6E245E-9C85-4308-A085-42A21F364ABB}" srcId="{A4D61475-FD82-49CA-8DF3-714A909479C8}" destId="{42976606-B1B2-4CC9-BFD4-391EB33DCD80}" srcOrd="0" destOrd="0" parTransId="{2BB56AEF-8DB2-4594-8BF5-91E5706D31FC}" sibTransId="{6F3A49F5-A185-413C-A019-EE7B90A46E43}"/>
    <dgm:cxn modelId="{FB5064E5-249C-4F69-BB47-7F69561A5935}" type="presOf" srcId="{38022BAE-BAF5-4188-BDA0-38E67DB10180}" destId="{AB4E6019-CBEF-415C-B9F7-9B3D8EEC2C70}" srcOrd="0" destOrd="0" presId="urn:microsoft.com/office/officeart/2005/8/layout/vList5"/>
    <dgm:cxn modelId="{8B42CCB1-5F8F-4855-8C3B-73D0D5B4BC53}" type="presParOf" srcId="{FF253BBD-61BA-4D3B-BCFC-EDD886065A3B}" destId="{43D5C79E-2D46-44D0-94B8-4DAEEB04A37D}" srcOrd="0" destOrd="0" presId="urn:microsoft.com/office/officeart/2005/8/layout/vList5"/>
    <dgm:cxn modelId="{99E18696-9FFF-406C-9AC5-840B969A4E7B}" type="presParOf" srcId="{43D5C79E-2D46-44D0-94B8-4DAEEB04A37D}" destId="{8C8A631D-16DD-4F0C-8A08-AE613C271998}" srcOrd="0" destOrd="0" presId="urn:microsoft.com/office/officeart/2005/8/layout/vList5"/>
    <dgm:cxn modelId="{D91A57E8-16A8-49C4-A513-3E9A5D986E55}" type="presParOf" srcId="{43D5C79E-2D46-44D0-94B8-4DAEEB04A37D}" destId="{5C2789E8-2A53-4843-B830-97CF251A3119}" srcOrd="1" destOrd="0" presId="urn:microsoft.com/office/officeart/2005/8/layout/vList5"/>
    <dgm:cxn modelId="{59D1C39B-F371-4B56-8C6C-90C992A35B2A}" type="presParOf" srcId="{FF253BBD-61BA-4D3B-BCFC-EDD886065A3B}" destId="{F73D3145-175F-4445-8D4F-51554A17E483}" srcOrd="1" destOrd="0" presId="urn:microsoft.com/office/officeart/2005/8/layout/vList5"/>
    <dgm:cxn modelId="{CB9A21F0-F39F-4736-86FF-B7E2D8AA6FD7}" type="presParOf" srcId="{FF253BBD-61BA-4D3B-BCFC-EDD886065A3B}" destId="{1F16797C-6412-43CC-9676-DCEB2FA6EC12}" srcOrd="2" destOrd="0" presId="urn:microsoft.com/office/officeart/2005/8/layout/vList5"/>
    <dgm:cxn modelId="{1160136A-6752-4FB3-818D-AEBA3A37D4F9}" type="presParOf" srcId="{1F16797C-6412-43CC-9676-DCEB2FA6EC12}" destId="{6D79D1E9-841D-4301-9EA5-18C209B46574}" srcOrd="0" destOrd="0" presId="urn:microsoft.com/office/officeart/2005/8/layout/vList5"/>
    <dgm:cxn modelId="{F8DBD414-4777-4E7C-A769-2C0B3E1B786D}" type="presParOf" srcId="{1F16797C-6412-43CC-9676-DCEB2FA6EC12}" destId="{028BB100-E65D-46B5-87A5-0872499F1759}" srcOrd="1" destOrd="0" presId="urn:microsoft.com/office/officeart/2005/8/layout/vList5"/>
    <dgm:cxn modelId="{C727EA43-53ED-4E42-9C36-33D818501674}" type="presParOf" srcId="{FF253BBD-61BA-4D3B-BCFC-EDD886065A3B}" destId="{B8684C44-12CD-4D6A-B59C-080888D97423}" srcOrd="3" destOrd="0" presId="urn:microsoft.com/office/officeart/2005/8/layout/vList5"/>
    <dgm:cxn modelId="{0478603A-EF74-48B5-95D7-B56AC44FB354}" type="presParOf" srcId="{FF253BBD-61BA-4D3B-BCFC-EDD886065A3B}" destId="{EEAD7444-0AA2-49DC-88AA-7CB472378A25}" srcOrd="4" destOrd="0" presId="urn:microsoft.com/office/officeart/2005/8/layout/vList5"/>
    <dgm:cxn modelId="{C137A10B-6C66-4347-9E9F-D3F50DE868AE}" type="presParOf" srcId="{EEAD7444-0AA2-49DC-88AA-7CB472378A25}" destId="{AB4E6019-CBEF-415C-B9F7-9B3D8EEC2C70}" srcOrd="0" destOrd="0" presId="urn:microsoft.com/office/officeart/2005/8/layout/vList5"/>
    <dgm:cxn modelId="{D1BF85D6-CDD0-4736-8279-36EA8A4B3D54}" type="presParOf" srcId="{EEAD7444-0AA2-49DC-88AA-7CB472378A25}" destId="{5392939D-6812-45B3-9BAF-592756BC0E41}" srcOrd="1" destOrd="0" presId="urn:microsoft.com/office/officeart/2005/8/layout/vList5"/>
  </dgm:cxnLst>
  <dgm:bg/>
  <dgm:whole/>
</dgm:dataModel>
</file>

<file path=ppt/diagrams/data22.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五、生活中的项目管理</a:t>
          </a:r>
          <a:endParaRPr lang="zh-CN" altLang="en-US" sz="4000" dirty="0"/>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4E4B0687-230D-42B6-B78F-7ECDB8D1F3EB}" type="presOf" srcId="{AB26C09D-67A0-4F1A-BD2A-D9B9F5B6A603}" destId="{E17AD282-D8A2-4C27-B59E-D314B3292384}" srcOrd="0" destOrd="0" presId="urn:microsoft.com/office/officeart/2005/8/layout/vList2"/>
    <dgm:cxn modelId="{BD584EB3-CC90-4258-9018-1A988A76AA15}" type="presOf" srcId="{723F4E9A-15B0-40F0-AE31-3CCE57844F3B}" destId="{9E239BDD-6367-4ED4-BB2F-2F994F692FA4}" srcOrd="0" destOrd="0" presId="urn:microsoft.com/office/officeart/2005/8/layout/vList2"/>
    <dgm:cxn modelId="{432923F7-DEC1-451A-B4C1-49A276D376E3}" srcId="{723F4E9A-15B0-40F0-AE31-3CCE57844F3B}" destId="{AB26C09D-67A0-4F1A-BD2A-D9B9F5B6A603}" srcOrd="0" destOrd="0" parTransId="{92920E7C-D058-45E8-970D-AF35958976DA}" sibTransId="{E5C8B5F1-27C4-4BAA-90F6-A05BF189ED80}"/>
    <dgm:cxn modelId="{FBD5DAAE-25DB-4206-97FF-0922A7028A92}" type="presParOf" srcId="{9E239BDD-6367-4ED4-BB2F-2F994F692FA4}" destId="{E17AD282-D8A2-4C27-B59E-D314B3292384}" srcOrd="0" destOrd="0" presId="urn:microsoft.com/office/officeart/2005/8/layout/vList2"/>
  </dgm:cxnLst>
  <dgm:bg/>
  <dgm:whole/>
</dgm:dataModel>
</file>

<file path=ppt/diagrams/data23.xml><?xml version="1.0" encoding="utf-8"?>
<dgm:dataModel xmlns:dgm="http://schemas.openxmlformats.org/drawingml/2006/diagram" xmlns:a="http://schemas.openxmlformats.org/drawingml/2006/main">
  <dgm:ptLst>
    <dgm:pt modelId="{8C0DB61E-33C3-447A-B417-7F9D6FB7C4BC}"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zh-CN" altLang="en-US"/>
        </a:p>
      </dgm:t>
    </dgm:pt>
    <dgm:pt modelId="{2B70D156-759F-49F6-9EA7-203E9AF8F825}">
      <dgm:prSet/>
      <dgm:spPr/>
      <dgm:t>
        <a:bodyPr/>
        <a:lstStyle/>
        <a:p>
          <a:pPr rtl="0"/>
          <a:r>
            <a:rPr lang="zh-CN" dirty="0" smtClean="0"/>
            <a:t>一次求职</a:t>
          </a:r>
          <a:endParaRPr lang="en-US" dirty="0"/>
        </a:p>
      </dgm:t>
    </dgm:pt>
    <dgm:pt modelId="{75D431A0-E951-4335-904D-E653D346009F}" type="parTrans" cxnId="{A6257022-CA41-4CCB-96FE-CD2D0552DC0F}">
      <dgm:prSet/>
      <dgm:spPr/>
      <dgm:t>
        <a:bodyPr/>
        <a:lstStyle/>
        <a:p>
          <a:endParaRPr lang="zh-CN" altLang="en-US"/>
        </a:p>
      </dgm:t>
    </dgm:pt>
    <dgm:pt modelId="{54471692-517A-4A54-B9A2-4D840F0DC81C}" type="sibTrans" cxnId="{A6257022-CA41-4CCB-96FE-CD2D0552DC0F}">
      <dgm:prSet/>
      <dgm:spPr/>
      <dgm:t>
        <a:bodyPr/>
        <a:lstStyle/>
        <a:p>
          <a:endParaRPr lang="zh-CN" altLang="en-US"/>
        </a:p>
      </dgm:t>
    </dgm:pt>
    <dgm:pt modelId="{6A342D0B-FF2A-4B84-A2CB-EC726F15819E}">
      <dgm:prSet/>
      <dgm:spPr/>
      <dgm:t>
        <a:bodyPr/>
        <a:lstStyle/>
        <a:p>
          <a:pPr rtl="0"/>
          <a:r>
            <a:rPr lang="zh-CN" dirty="0" smtClean="0"/>
            <a:t>一次创业</a:t>
          </a:r>
          <a:endParaRPr lang="en-US" dirty="0"/>
        </a:p>
      </dgm:t>
    </dgm:pt>
    <dgm:pt modelId="{18CE1B05-4BF3-4529-919A-E4FE2F2F8CB6}" type="parTrans" cxnId="{331FE6AB-B352-44FF-9470-8BD2F0789E90}">
      <dgm:prSet/>
      <dgm:spPr/>
      <dgm:t>
        <a:bodyPr/>
        <a:lstStyle/>
        <a:p>
          <a:endParaRPr lang="zh-CN" altLang="en-US"/>
        </a:p>
      </dgm:t>
    </dgm:pt>
    <dgm:pt modelId="{22646AB3-2E26-4E64-83E9-15328290549E}" type="sibTrans" cxnId="{331FE6AB-B352-44FF-9470-8BD2F0789E90}">
      <dgm:prSet/>
      <dgm:spPr/>
      <dgm:t>
        <a:bodyPr/>
        <a:lstStyle/>
        <a:p>
          <a:endParaRPr lang="zh-CN" altLang="en-US"/>
        </a:p>
      </dgm:t>
    </dgm:pt>
    <dgm:pt modelId="{46C6B0C4-B6B3-4C69-878C-9A942A5BB5A2}">
      <dgm:prSet/>
      <dgm:spPr/>
      <dgm:t>
        <a:bodyPr/>
        <a:lstStyle/>
        <a:p>
          <a:pPr rtl="0"/>
          <a:r>
            <a:rPr lang="zh-CN" dirty="0" smtClean="0"/>
            <a:t>一次会议</a:t>
          </a:r>
          <a:endParaRPr lang="en-US" dirty="0"/>
        </a:p>
      </dgm:t>
    </dgm:pt>
    <dgm:pt modelId="{D7295E62-E21E-45B6-A15C-CDD69E98A0A7}" type="parTrans" cxnId="{3E26DF6E-BB92-43B9-84BB-4D11955B5477}">
      <dgm:prSet/>
      <dgm:spPr/>
      <dgm:t>
        <a:bodyPr/>
        <a:lstStyle/>
        <a:p>
          <a:endParaRPr lang="zh-CN" altLang="en-US"/>
        </a:p>
      </dgm:t>
    </dgm:pt>
    <dgm:pt modelId="{D9EA300C-0460-4251-AC69-5E6CA4DCFA55}" type="sibTrans" cxnId="{3E26DF6E-BB92-43B9-84BB-4D11955B5477}">
      <dgm:prSet/>
      <dgm:spPr/>
      <dgm:t>
        <a:bodyPr/>
        <a:lstStyle/>
        <a:p>
          <a:endParaRPr lang="zh-CN" altLang="en-US"/>
        </a:p>
      </dgm:t>
    </dgm:pt>
    <dgm:pt modelId="{F0FD2233-F771-4101-94C2-60B60C2B8A1E}">
      <dgm:prSet/>
      <dgm:spPr/>
      <dgm:t>
        <a:bodyPr/>
        <a:lstStyle/>
        <a:p>
          <a:pPr rtl="0"/>
          <a:r>
            <a:rPr lang="zh-CN" dirty="0" smtClean="0"/>
            <a:t>一次旅行</a:t>
          </a:r>
          <a:endParaRPr lang="en-US" dirty="0"/>
        </a:p>
      </dgm:t>
    </dgm:pt>
    <dgm:pt modelId="{A846E9DF-EE6A-41EB-9929-E8A3A37EC0AB}" type="parTrans" cxnId="{9CD55E69-651F-420B-90DE-4E9C521F4358}">
      <dgm:prSet/>
      <dgm:spPr/>
      <dgm:t>
        <a:bodyPr/>
        <a:lstStyle/>
        <a:p>
          <a:endParaRPr lang="zh-CN" altLang="en-US"/>
        </a:p>
      </dgm:t>
    </dgm:pt>
    <dgm:pt modelId="{7CC7AD3D-38B2-4681-A764-63903AD83B6C}" type="sibTrans" cxnId="{9CD55E69-651F-420B-90DE-4E9C521F4358}">
      <dgm:prSet/>
      <dgm:spPr/>
      <dgm:t>
        <a:bodyPr/>
        <a:lstStyle/>
        <a:p>
          <a:endParaRPr lang="zh-CN" altLang="en-US"/>
        </a:p>
      </dgm:t>
    </dgm:pt>
    <dgm:pt modelId="{B65AF0B4-42E5-4DA0-8403-B82BA58C886E}">
      <dgm:prSet/>
      <dgm:spPr/>
      <dgm:t>
        <a:bodyPr/>
        <a:lstStyle/>
        <a:p>
          <a:pPr rtl="0"/>
          <a:r>
            <a:rPr lang="zh-CN" dirty="0" smtClean="0"/>
            <a:t>一次聚会</a:t>
          </a:r>
          <a:endParaRPr lang="en-US" dirty="0"/>
        </a:p>
      </dgm:t>
    </dgm:pt>
    <dgm:pt modelId="{EE998774-3CF5-4074-B03F-ECDCA3219D40}" type="parTrans" cxnId="{9A5438AC-672B-4F85-8E3C-49C762518BC4}">
      <dgm:prSet/>
      <dgm:spPr/>
      <dgm:t>
        <a:bodyPr/>
        <a:lstStyle/>
        <a:p>
          <a:endParaRPr lang="zh-CN" altLang="en-US"/>
        </a:p>
      </dgm:t>
    </dgm:pt>
    <dgm:pt modelId="{18D2619B-B9AF-448E-BC75-CF9FF932133B}" type="sibTrans" cxnId="{9A5438AC-672B-4F85-8E3C-49C762518BC4}">
      <dgm:prSet/>
      <dgm:spPr/>
      <dgm:t>
        <a:bodyPr/>
        <a:lstStyle/>
        <a:p>
          <a:endParaRPr lang="zh-CN" altLang="en-US"/>
        </a:p>
      </dgm:t>
    </dgm:pt>
    <dgm:pt modelId="{C4734D54-451D-436D-9F62-6D3332F21E40}">
      <dgm:prSet/>
      <dgm:spPr/>
      <dgm:t>
        <a:bodyPr/>
        <a:lstStyle/>
        <a:p>
          <a:pPr rtl="0"/>
          <a:r>
            <a:rPr lang="zh-CN" dirty="0" smtClean="0"/>
            <a:t>一场晚会</a:t>
          </a:r>
          <a:endParaRPr lang="en-US" dirty="0"/>
        </a:p>
      </dgm:t>
    </dgm:pt>
    <dgm:pt modelId="{D0D8DCD4-6138-40A3-80A8-78D9BFB3F10E}" type="parTrans" cxnId="{D236B13C-CF9A-47AE-BDD5-2B322A1D2EF9}">
      <dgm:prSet/>
      <dgm:spPr/>
      <dgm:t>
        <a:bodyPr/>
        <a:lstStyle/>
        <a:p>
          <a:endParaRPr lang="zh-CN" altLang="en-US"/>
        </a:p>
      </dgm:t>
    </dgm:pt>
    <dgm:pt modelId="{082ED36C-4859-44B3-8A44-E17F288539D8}" type="sibTrans" cxnId="{D236B13C-CF9A-47AE-BDD5-2B322A1D2EF9}">
      <dgm:prSet/>
      <dgm:spPr/>
      <dgm:t>
        <a:bodyPr/>
        <a:lstStyle/>
        <a:p>
          <a:endParaRPr lang="zh-CN" altLang="en-US"/>
        </a:p>
      </dgm:t>
    </dgm:pt>
    <dgm:pt modelId="{B9433F48-8EFE-4D8F-9DB2-6F0398AE552F}">
      <dgm:prSet/>
      <dgm:spPr/>
      <dgm:t>
        <a:bodyPr/>
        <a:lstStyle/>
        <a:p>
          <a:pPr rtl="0"/>
          <a:r>
            <a:rPr lang="zh-CN" dirty="0" smtClean="0"/>
            <a:t>一场比赛</a:t>
          </a:r>
          <a:endParaRPr lang="en-US" dirty="0"/>
        </a:p>
      </dgm:t>
    </dgm:pt>
    <dgm:pt modelId="{BD58451C-ECE6-4888-A8AB-D77BC42AEA41}" type="parTrans" cxnId="{467F5BE3-A3D2-40B8-8ECD-D72DF61DE085}">
      <dgm:prSet/>
      <dgm:spPr/>
      <dgm:t>
        <a:bodyPr/>
        <a:lstStyle/>
        <a:p>
          <a:endParaRPr lang="zh-CN" altLang="en-US"/>
        </a:p>
      </dgm:t>
    </dgm:pt>
    <dgm:pt modelId="{53DD2A2E-70CF-4ACB-8922-049D9C5AA931}" type="sibTrans" cxnId="{467F5BE3-A3D2-40B8-8ECD-D72DF61DE085}">
      <dgm:prSet/>
      <dgm:spPr/>
      <dgm:t>
        <a:bodyPr/>
        <a:lstStyle/>
        <a:p>
          <a:endParaRPr lang="zh-CN" altLang="en-US"/>
        </a:p>
      </dgm:t>
    </dgm:pt>
    <dgm:pt modelId="{2279292E-B5AC-469D-A264-90E65C1801B8}">
      <dgm:prSet/>
      <dgm:spPr/>
      <dgm:t>
        <a:bodyPr/>
        <a:lstStyle/>
        <a:p>
          <a:pPr rtl="0"/>
          <a:r>
            <a:rPr lang="zh-CN" dirty="0" smtClean="0"/>
            <a:t>做一顿饭</a:t>
          </a:r>
          <a:endParaRPr lang="en-US" dirty="0"/>
        </a:p>
      </dgm:t>
    </dgm:pt>
    <dgm:pt modelId="{C79A1D01-FCCD-4BEE-9AF0-CA0A194EFC96}" type="parTrans" cxnId="{A4913B56-3B1B-4E89-BAB0-B765D177A756}">
      <dgm:prSet/>
      <dgm:spPr/>
      <dgm:t>
        <a:bodyPr/>
        <a:lstStyle/>
        <a:p>
          <a:endParaRPr lang="zh-CN" altLang="en-US"/>
        </a:p>
      </dgm:t>
    </dgm:pt>
    <dgm:pt modelId="{F870E1E6-F1A6-4F51-9836-9DE6D12127E6}" type="sibTrans" cxnId="{A4913B56-3B1B-4E89-BAB0-B765D177A756}">
      <dgm:prSet/>
      <dgm:spPr/>
      <dgm:t>
        <a:bodyPr/>
        <a:lstStyle/>
        <a:p>
          <a:endParaRPr lang="zh-CN" altLang="en-US"/>
        </a:p>
      </dgm:t>
    </dgm:pt>
    <dgm:pt modelId="{18AA39A0-69E5-484F-B097-E72F2488A19A}">
      <dgm:prSet/>
      <dgm:spPr/>
      <dgm:t>
        <a:bodyPr/>
        <a:lstStyle/>
        <a:p>
          <a:pPr rtl="0"/>
          <a:r>
            <a:rPr lang="zh-CN" altLang="en-US" dirty="0" smtClean="0"/>
            <a:t>人的一生</a:t>
          </a:r>
          <a:endParaRPr lang="en-US" dirty="0"/>
        </a:p>
      </dgm:t>
    </dgm:pt>
    <dgm:pt modelId="{0B8F8834-A00E-4915-AD0B-00BA81710D85}" type="parTrans" cxnId="{FE0BABB9-9B62-4E4D-A443-3EE1D72CBA0B}">
      <dgm:prSet/>
      <dgm:spPr/>
      <dgm:t>
        <a:bodyPr/>
        <a:lstStyle/>
        <a:p>
          <a:endParaRPr lang="zh-CN" altLang="en-US"/>
        </a:p>
      </dgm:t>
    </dgm:pt>
    <dgm:pt modelId="{FFCA0B80-5861-47E2-9B6C-3C5003F0BBE5}" type="sibTrans" cxnId="{FE0BABB9-9B62-4E4D-A443-3EE1D72CBA0B}">
      <dgm:prSet/>
      <dgm:spPr/>
      <dgm:t>
        <a:bodyPr/>
        <a:lstStyle/>
        <a:p>
          <a:endParaRPr lang="zh-CN" altLang="en-US"/>
        </a:p>
      </dgm:t>
    </dgm:pt>
    <dgm:pt modelId="{DD510D03-80D6-4386-B9CC-97E5F3322277}" type="pres">
      <dgm:prSet presAssocID="{8C0DB61E-33C3-447A-B417-7F9D6FB7C4BC}" presName="Name0" presStyleCnt="0">
        <dgm:presLayoutVars>
          <dgm:dir/>
          <dgm:resizeHandles val="exact"/>
        </dgm:presLayoutVars>
      </dgm:prSet>
      <dgm:spPr/>
      <dgm:t>
        <a:bodyPr/>
        <a:lstStyle/>
        <a:p>
          <a:endParaRPr lang="zh-CN" altLang="en-US"/>
        </a:p>
      </dgm:t>
    </dgm:pt>
    <dgm:pt modelId="{75895FFA-56A9-481E-8144-274CC5AA0C01}" type="pres">
      <dgm:prSet presAssocID="{2B70D156-759F-49F6-9EA7-203E9AF8F825}" presName="compNode" presStyleCnt="0"/>
      <dgm:spPr/>
    </dgm:pt>
    <dgm:pt modelId="{75DB3692-EEC7-4B8E-9ADD-4377338C2EAB}" type="pres">
      <dgm:prSet presAssocID="{2B70D156-759F-49F6-9EA7-203E9AF8F825}" presName="pictRect" presStyleLbl="node1" presStyleIdx="0" presStyleCnt="9"/>
      <dgm:spPr>
        <a:blipFill rotWithShape="0">
          <a:blip xmlns:r="http://schemas.openxmlformats.org/officeDocument/2006/relationships" r:embed="rId1"/>
          <a:stretch>
            <a:fillRect/>
          </a:stretch>
        </a:blipFill>
      </dgm:spPr>
    </dgm:pt>
    <dgm:pt modelId="{1D6EDE60-8F3C-4AF0-BC3E-A9F6707780B7}" type="pres">
      <dgm:prSet presAssocID="{2B70D156-759F-49F6-9EA7-203E9AF8F825}" presName="textRect" presStyleLbl="revTx" presStyleIdx="0" presStyleCnt="9">
        <dgm:presLayoutVars>
          <dgm:bulletEnabled val="1"/>
        </dgm:presLayoutVars>
      </dgm:prSet>
      <dgm:spPr/>
      <dgm:t>
        <a:bodyPr/>
        <a:lstStyle/>
        <a:p>
          <a:endParaRPr lang="zh-CN" altLang="en-US"/>
        </a:p>
      </dgm:t>
    </dgm:pt>
    <dgm:pt modelId="{085A1226-1633-4CC3-A1F4-DA7A1F43E41A}" type="pres">
      <dgm:prSet presAssocID="{54471692-517A-4A54-B9A2-4D840F0DC81C}" presName="sibTrans" presStyleLbl="sibTrans2D1" presStyleIdx="0" presStyleCnt="0"/>
      <dgm:spPr/>
      <dgm:t>
        <a:bodyPr/>
        <a:lstStyle/>
        <a:p>
          <a:endParaRPr lang="zh-CN" altLang="en-US"/>
        </a:p>
      </dgm:t>
    </dgm:pt>
    <dgm:pt modelId="{CE0AB8DE-969A-4165-BD3B-D6DEE8B1B4D4}" type="pres">
      <dgm:prSet presAssocID="{6A342D0B-FF2A-4B84-A2CB-EC726F15819E}" presName="compNode" presStyleCnt="0"/>
      <dgm:spPr/>
    </dgm:pt>
    <dgm:pt modelId="{DDA3CED4-0AC9-4C81-B24B-45ADBA3A5FAA}" type="pres">
      <dgm:prSet presAssocID="{6A342D0B-FF2A-4B84-A2CB-EC726F15819E}" presName="pictRect" presStyleLbl="node1" presStyleIdx="1" presStyleCnt="9"/>
      <dgm:spPr>
        <a:blipFill rotWithShape="0">
          <a:blip xmlns:r="http://schemas.openxmlformats.org/officeDocument/2006/relationships" r:embed="rId2"/>
          <a:stretch>
            <a:fillRect/>
          </a:stretch>
        </a:blipFill>
      </dgm:spPr>
    </dgm:pt>
    <dgm:pt modelId="{5225C3C8-0C1D-4B3E-B3B8-9C5E251B458C}" type="pres">
      <dgm:prSet presAssocID="{6A342D0B-FF2A-4B84-A2CB-EC726F15819E}" presName="textRect" presStyleLbl="revTx" presStyleIdx="1" presStyleCnt="9">
        <dgm:presLayoutVars>
          <dgm:bulletEnabled val="1"/>
        </dgm:presLayoutVars>
      </dgm:prSet>
      <dgm:spPr/>
      <dgm:t>
        <a:bodyPr/>
        <a:lstStyle/>
        <a:p>
          <a:endParaRPr lang="zh-CN" altLang="en-US"/>
        </a:p>
      </dgm:t>
    </dgm:pt>
    <dgm:pt modelId="{AA17B1A1-FAD2-42CB-98EA-DC3A74473FFE}" type="pres">
      <dgm:prSet presAssocID="{22646AB3-2E26-4E64-83E9-15328290549E}" presName="sibTrans" presStyleLbl="sibTrans2D1" presStyleIdx="0" presStyleCnt="0"/>
      <dgm:spPr/>
      <dgm:t>
        <a:bodyPr/>
        <a:lstStyle/>
        <a:p>
          <a:endParaRPr lang="zh-CN" altLang="en-US"/>
        </a:p>
      </dgm:t>
    </dgm:pt>
    <dgm:pt modelId="{BED02E6A-2517-46B1-99AE-E70E756146C8}" type="pres">
      <dgm:prSet presAssocID="{46C6B0C4-B6B3-4C69-878C-9A942A5BB5A2}" presName="compNode" presStyleCnt="0"/>
      <dgm:spPr/>
    </dgm:pt>
    <dgm:pt modelId="{9B2D7C8C-889C-435E-B9CA-A0DAC337C706}" type="pres">
      <dgm:prSet presAssocID="{46C6B0C4-B6B3-4C69-878C-9A942A5BB5A2}" presName="pictRect" presStyleLbl="node1" presStyleIdx="2" presStyleCnt="9"/>
      <dgm:spPr>
        <a:blipFill rotWithShape="0">
          <a:blip xmlns:r="http://schemas.openxmlformats.org/officeDocument/2006/relationships" r:embed="rId3"/>
          <a:stretch>
            <a:fillRect/>
          </a:stretch>
        </a:blipFill>
      </dgm:spPr>
    </dgm:pt>
    <dgm:pt modelId="{E66AB92C-0092-4833-A167-6592C6926E1A}" type="pres">
      <dgm:prSet presAssocID="{46C6B0C4-B6B3-4C69-878C-9A942A5BB5A2}" presName="textRect" presStyleLbl="revTx" presStyleIdx="2" presStyleCnt="9">
        <dgm:presLayoutVars>
          <dgm:bulletEnabled val="1"/>
        </dgm:presLayoutVars>
      </dgm:prSet>
      <dgm:spPr/>
      <dgm:t>
        <a:bodyPr/>
        <a:lstStyle/>
        <a:p>
          <a:endParaRPr lang="zh-CN" altLang="en-US"/>
        </a:p>
      </dgm:t>
    </dgm:pt>
    <dgm:pt modelId="{792083BB-4FBC-4662-B2E1-04C58590AD51}" type="pres">
      <dgm:prSet presAssocID="{D9EA300C-0460-4251-AC69-5E6CA4DCFA55}" presName="sibTrans" presStyleLbl="sibTrans2D1" presStyleIdx="0" presStyleCnt="0"/>
      <dgm:spPr/>
      <dgm:t>
        <a:bodyPr/>
        <a:lstStyle/>
        <a:p>
          <a:endParaRPr lang="zh-CN" altLang="en-US"/>
        </a:p>
      </dgm:t>
    </dgm:pt>
    <dgm:pt modelId="{30A25FEA-37AF-4C00-A219-62924935A4F1}" type="pres">
      <dgm:prSet presAssocID="{F0FD2233-F771-4101-94C2-60B60C2B8A1E}" presName="compNode" presStyleCnt="0"/>
      <dgm:spPr/>
    </dgm:pt>
    <dgm:pt modelId="{E35A9CA0-2A94-4078-9874-C3D3EA57C87A}" type="pres">
      <dgm:prSet presAssocID="{F0FD2233-F771-4101-94C2-60B60C2B8A1E}" presName="pictRect" presStyleLbl="node1" presStyleIdx="3" presStyleCnt="9"/>
      <dgm:spPr>
        <a:blipFill rotWithShape="0">
          <a:blip xmlns:r="http://schemas.openxmlformats.org/officeDocument/2006/relationships" r:embed="rId4"/>
          <a:stretch>
            <a:fillRect/>
          </a:stretch>
        </a:blipFill>
      </dgm:spPr>
    </dgm:pt>
    <dgm:pt modelId="{C9C9C2F2-7A59-4C5A-B3C0-27A409E77A7F}" type="pres">
      <dgm:prSet presAssocID="{F0FD2233-F771-4101-94C2-60B60C2B8A1E}" presName="textRect" presStyleLbl="revTx" presStyleIdx="3" presStyleCnt="9">
        <dgm:presLayoutVars>
          <dgm:bulletEnabled val="1"/>
        </dgm:presLayoutVars>
      </dgm:prSet>
      <dgm:spPr/>
      <dgm:t>
        <a:bodyPr/>
        <a:lstStyle/>
        <a:p>
          <a:endParaRPr lang="zh-CN" altLang="en-US"/>
        </a:p>
      </dgm:t>
    </dgm:pt>
    <dgm:pt modelId="{FF9BC55B-0CA1-46DA-A9D6-CF016E9C9FE8}" type="pres">
      <dgm:prSet presAssocID="{7CC7AD3D-38B2-4681-A764-63903AD83B6C}" presName="sibTrans" presStyleLbl="sibTrans2D1" presStyleIdx="0" presStyleCnt="0"/>
      <dgm:spPr/>
      <dgm:t>
        <a:bodyPr/>
        <a:lstStyle/>
        <a:p>
          <a:endParaRPr lang="zh-CN" altLang="en-US"/>
        </a:p>
      </dgm:t>
    </dgm:pt>
    <dgm:pt modelId="{4829A1EF-DFEC-4539-B1C3-F8C6097B84FE}" type="pres">
      <dgm:prSet presAssocID="{B65AF0B4-42E5-4DA0-8403-B82BA58C886E}" presName="compNode" presStyleCnt="0"/>
      <dgm:spPr/>
    </dgm:pt>
    <dgm:pt modelId="{62A5C596-97B8-4860-8C2B-3DDD2CB73225}" type="pres">
      <dgm:prSet presAssocID="{B65AF0B4-42E5-4DA0-8403-B82BA58C886E}" presName="pictRect" presStyleLbl="node1" presStyleIdx="4" presStyleCnt="9"/>
      <dgm:spPr>
        <a:blipFill rotWithShape="0">
          <a:blip xmlns:r="http://schemas.openxmlformats.org/officeDocument/2006/relationships" r:embed="rId5"/>
          <a:stretch>
            <a:fillRect/>
          </a:stretch>
        </a:blipFill>
      </dgm:spPr>
    </dgm:pt>
    <dgm:pt modelId="{6EE2FB01-AA29-431D-A846-E558BB35CE4F}" type="pres">
      <dgm:prSet presAssocID="{B65AF0B4-42E5-4DA0-8403-B82BA58C886E}" presName="textRect" presStyleLbl="revTx" presStyleIdx="4" presStyleCnt="9">
        <dgm:presLayoutVars>
          <dgm:bulletEnabled val="1"/>
        </dgm:presLayoutVars>
      </dgm:prSet>
      <dgm:spPr/>
      <dgm:t>
        <a:bodyPr/>
        <a:lstStyle/>
        <a:p>
          <a:endParaRPr lang="zh-CN" altLang="en-US"/>
        </a:p>
      </dgm:t>
    </dgm:pt>
    <dgm:pt modelId="{A4F7D991-D54F-4965-88C2-3AB8713E2B04}" type="pres">
      <dgm:prSet presAssocID="{18D2619B-B9AF-448E-BC75-CF9FF932133B}" presName="sibTrans" presStyleLbl="sibTrans2D1" presStyleIdx="0" presStyleCnt="0"/>
      <dgm:spPr/>
      <dgm:t>
        <a:bodyPr/>
        <a:lstStyle/>
        <a:p>
          <a:endParaRPr lang="zh-CN" altLang="en-US"/>
        </a:p>
      </dgm:t>
    </dgm:pt>
    <dgm:pt modelId="{45DFE7A2-950B-4546-AC5C-07A7CE384A02}" type="pres">
      <dgm:prSet presAssocID="{C4734D54-451D-436D-9F62-6D3332F21E40}" presName="compNode" presStyleCnt="0"/>
      <dgm:spPr/>
    </dgm:pt>
    <dgm:pt modelId="{FC8550AF-A7F1-47E0-A869-AEC79AB9F4B2}" type="pres">
      <dgm:prSet presAssocID="{C4734D54-451D-436D-9F62-6D3332F21E40}" presName="pictRect" presStyleLbl="node1" presStyleIdx="5" presStyleCnt="9"/>
      <dgm:spPr>
        <a:blipFill rotWithShape="0">
          <a:blip xmlns:r="http://schemas.openxmlformats.org/officeDocument/2006/relationships" r:embed="rId6"/>
          <a:stretch>
            <a:fillRect/>
          </a:stretch>
        </a:blipFill>
      </dgm:spPr>
    </dgm:pt>
    <dgm:pt modelId="{59B47476-3CF3-4B88-A185-404147CA2ED8}" type="pres">
      <dgm:prSet presAssocID="{C4734D54-451D-436D-9F62-6D3332F21E40}" presName="textRect" presStyleLbl="revTx" presStyleIdx="5" presStyleCnt="9">
        <dgm:presLayoutVars>
          <dgm:bulletEnabled val="1"/>
        </dgm:presLayoutVars>
      </dgm:prSet>
      <dgm:spPr/>
      <dgm:t>
        <a:bodyPr/>
        <a:lstStyle/>
        <a:p>
          <a:endParaRPr lang="zh-CN" altLang="en-US"/>
        </a:p>
      </dgm:t>
    </dgm:pt>
    <dgm:pt modelId="{238574F2-D5A0-4F3F-9C4A-3F6FDE90A3EC}" type="pres">
      <dgm:prSet presAssocID="{082ED36C-4859-44B3-8A44-E17F288539D8}" presName="sibTrans" presStyleLbl="sibTrans2D1" presStyleIdx="0" presStyleCnt="0"/>
      <dgm:spPr/>
      <dgm:t>
        <a:bodyPr/>
        <a:lstStyle/>
        <a:p>
          <a:endParaRPr lang="zh-CN" altLang="en-US"/>
        </a:p>
      </dgm:t>
    </dgm:pt>
    <dgm:pt modelId="{1B43CB5E-610B-48B6-B4FC-DF8239AD79F6}" type="pres">
      <dgm:prSet presAssocID="{B9433F48-8EFE-4D8F-9DB2-6F0398AE552F}" presName="compNode" presStyleCnt="0"/>
      <dgm:spPr/>
    </dgm:pt>
    <dgm:pt modelId="{57AFDE88-BCC1-4B54-9914-758C321F6B86}" type="pres">
      <dgm:prSet presAssocID="{B9433F48-8EFE-4D8F-9DB2-6F0398AE552F}" presName="pictRect" presStyleLbl="node1" presStyleIdx="6" presStyleCnt="9"/>
      <dgm:spPr>
        <a:blipFill rotWithShape="0">
          <a:blip xmlns:r="http://schemas.openxmlformats.org/officeDocument/2006/relationships" r:embed="rId7"/>
          <a:stretch>
            <a:fillRect/>
          </a:stretch>
        </a:blipFill>
      </dgm:spPr>
    </dgm:pt>
    <dgm:pt modelId="{BF653B0F-4F4E-4533-B51F-3E7D8DE85297}" type="pres">
      <dgm:prSet presAssocID="{B9433F48-8EFE-4D8F-9DB2-6F0398AE552F}" presName="textRect" presStyleLbl="revTx" presStyleIdx="6" presStyleCnt="9">
        <dgm:presLayoutVars>
          <dgm:bulletEnabled val="1"/>
        </dgm:presLayoutVars>
      </dgm:prSet>
      <dgm:spPr/>
      <dgm:t>
        <a:bodyPr/>
        <a:lstStyle/>
        <a:p>
          <a:endParaRPr lang="zh-CN" altLang="en-US"/>
        </a:p>
      </dgm:t>
    </dgm:pt>
    <dgm:pt modelId="{7AC4313F-25A4-4427-BB39-441BD0C96F9F}" type="pres">
      <dgm:prSet presAssocID="{53DD2A2E-70CF-4ACB-8922-049D9C5AA931}" presName="sibTrans" presStyleLbl="sibTrans2D1" presStyleIdx="0" presStyleCnt="0"/>
      <dgm:spPr/>
      <dgm:t>
        <a:bodyPr/>
        <a:lstStyle/>
        <a:p>
          <a:endParaRPr lang="zh-CN" altLang="en-US"/>
        </a:p>
      </dgm:t>
    </dgm:pt>
    <dgm:pt modelId="{BFC39FC0-4F01-4F38-ADB8-4074F6D31F0F}" type="pres">
      <dgm:prSet presAssocID="{2279292E-B5AC-469D-A264-90E65C1801B8}" presName="compNode" presStyleCnt="0"/>
      <dgm:spPr/>
    </dgm:pt>
    <dgm:pt modelId="{9F56823A-168D-4896-89E2-4AE2D79004B8}" type="pres">
      <dgm:prSet presAssocID="{2279292E-B5AC-469D-A264-90E65C1801B8}" presName="pictRect" presStyleLbl="node1" presStyleIdx="7" presStyleCnt="9"/>
      <dgm:spPr>
        <a:blipFill rotWithShape="0">
          <a:blip xmlns:r="http://schemas.openxmlformats.org/officeDocument/2006/relationships" r:embed="rId8"/>
          <a:stretch>
            <a:fillRect/>
          </a:stretch>
        </a:blipFill>
      </dgm:spPr>
    </dgm:pt>
    <dgm:pt modelId="{35210D93-3A0B-4A1C-B747-F77FC5F8A651}" type="pres">
      <dgm:prSet presAssocID="{2279292E-B5AC-469D-A264-90E65C1801B8}" presName="textRect" presStyleLbl="revTx" presStyleIdx="7" presStyleCnt="9">
        <dgm:presLayoutVars>
          <dgm:bulletEnabled val="1"/>
        </dgm:presLayoutVars>
      </dgm:prSet>
      <dgm:spPr/>
      <dgm:t>
        <a:bodyPr/>
        <a:lstStyle/>
        <a:p>
          <a:endParaRPr lang="zh-CN" altLang="en-US"/>
        </a:p>
      </dgm:t>
    </dgm:pt>
    <dgm:pt modelId="{CB3AE278-AC66-4FA7-B9C8-2436BD3DDEA3}" type="pres">
      <dgm:prSet presAssocID="{F870E1E6-F1A6-4F51-9836-9DE6D12127E6}" presName="sibTrans" presStyleLbl="sibTrans2D1" presStyleIdx="0" presStyleCnt="0"/>
      <dgm:spPr/>
      <dgm:t>
        <a:bodyPr/>
        <a:lstStyle/>
        <a:p>
          <a:endParaRPr lang="zh-CN" altLang="en-US"/>
        </a:p>
      </dgm:t>
    </dgm:pt>
    <dgm:pt modelId="{CB8C7133-5BB4-428E-9B9D-25A1C2F5F56D}" type="pres">
      <dgm:prSet presAssocID="{18AA39A0-69E5-484F-B097-E72F2488A19A}" presName="compNode" presStyleCnt="0"/>
      <dgm:spPr/>
    </dgm:pt>
    <dgm:pt modelId="{D789DF5A-B6C6-41E1-ABAF-998991345BA7}" type="pres">
      <dgm:prSet presAssocID="{18AA39A0-69E5-484F-B097-E72F2488A19A}" presName="pictRect" presStyleLbl="node1" presStyleIdx="8" presStyleCnt="9"/>
      <dgm:spPr>
        <a:blipFill rotWithShape="0">
          <a:blip xmlns:r="http://schemas.openxmlformats.org/officeDocument/2006/relationships" r:embed="rId9"/>
          <a:stretch>
            <a:fillRect/>
          </a:stretch>
        </a:blipFill>
      </dgm:spPr>
    </dgm:pt>
    <dgm:pt modelId="{C96DE89C-D865-4B9E-8BED-6829C9D46242}" type="pres">
      <dgm:prSet presAssocID="{18AA39A0-69E5-484F-B097-E72F2488A19A}" presName="textRect" presStyleLbl="revTx" presStyleIdx="8" presStyleCnt="9">
        <dgm:presLayoutVars>
          <dgm:bulletEnabled val="1"/>
        </dgm:presLayoutVars>
      </dgm:prSet>
      <dgm:spPr/>
      <dgm:t>
        <a:bodyPr/>
        <a:lstStyle/>
        <a:p>
          <a:endParaRPr lang="zh-CN" altLang="en-US"/>
        </a:p>
      </dgm:t>
    </dgm:pt>
  </dgm:ptLst>
  <dgm:cxnLst>
    <dgm:cxn modelId="{A6257022-CA41-4CCB-96FE-CD2D0552DC0F}" srcId="{8C0DB61E-33C3-447A-B417-7F9D6FB7C4BC}" destId="{2B70D156-759F-49F6-9EA7-203E9AF8F825}" srcOrd="0" destOrd="0" parTransId="{75D431A0-E951-4335-904D-E653D346009F}" sibTransId="{54471692-517A-4A54-B9A2-4D840F0DC81C}"/>
    <dgm:cxn modelId="{EA4CE4BE-E4E5-45DD-8C0F-C0286EF1F298}" type="presOf" srcId="{22646AB3-2E26-4E64-83E9-15328290549E}" destId="{AA17B1A1-FAD2-42CB-98EA-DC3A74473FFE}" srcOrd="0" destOrd="0" presId="urn:microsoft.com/office/officeart/2005/8/layout/pList1"/>
    <dgm:cxn modelId="{331FE6AB-B352-44FF-9470-8BD2F0789E90}" srcId="{8C0DB61E-33C3-447A-B417-7F9D6FB7C4BC}" destId="{6A342D0B-FF2A-4B84-A2CB-EC726F15819E}" srcOrd="1" destOrd="0" parTransId="{18CE1B05-4BF3-4529-919A-E4FE2F2F8CB6}" sibTransId="{22646AB3-2E26-4E64-83E9-15328290549E}"/>
    <dgm:cxn modelId="{3D5A0D7B-6813-47DD-8B68-0C22E6B07C97}" type="presOf" srcId="{53DD2A2E-70CF-4ACB-8922-049D9C5AA931}" destId="{7AC4313F-25A4-4427-BB39-441BD0C96F9F}" srcOrd="0" destOrd="0" presId="urn:microsoft.com/office/officeart/2005/8/layout/pList1"/>
    <dgm:cxn modelId="{E752C375-0257-4AAA-B7A6-425BAC039224}" type="presOf" srcId="{2279292E-B5AC-469D-A264-90E65C1801B8}" destId="{35210D93-3A0B-4A1C-B747-F77FC5F8A651}" srcOrd="0" destOrd="0" presId="urn:microsoft.com/office/officeart/2005/8/layout/pList1"/>
    <dgm:cxn modelId="{F0B77E5B-305B-437E-A030-8EAF54CF5A03}" type="presOf" srcId="{F0FD2233-F771-4101-94C2-60B60C2B8A1E}" destId="{C9C9C2F2-7A59-4C5A-B3C0-27A409E77A7F}" srcOrd="0" destOrd="0" presId="urn:microsoft.com/office/officeart/2005/8/layout/pList1"/>
    <dgm:cxn modelId="{9A5438AC-672B-4F85-8E3C-49C762518BC4}" srcId="{8C0DB61E-33C3-447A-B417-7F9D6FB7C4BC}" destId="{B65AF0B4-42E5-4DA0-8403-B82BA58C886E}" srcOrd="4" destOrd="0" parTransId="{EE998774-3CF5-4074-B03F-ECDCA3219D40}" sibTransId="{18D2619B-B9AF-448E-BC75-CF9FF932133B}"/>
    <dgm:cxn modelId="{EC933040-BD94-4103-A68F-F3E0324662D5}" type="presOf" srcId="{D9EA300C-0460-4251-AC69-5E6CA4DCFA55}" destId="{792083BB-4FBC-4662-B2E1-04C58590AD51}" srcOrd="0" destOrd="0" presId="urn:microsoft.com/office/officeart/2005/8/layout/pList1"/>
    <dgm:cxn modelId="{AD2C80FA-61B6-4875-B13C-8D28E5CFD382}" type="presOf" srcId="{54471692-517A-4A54-B9A2-4D840F0DC81C}" destId="{085A1226-1633-4CC3-A1F4-DA7A1F43E41A}" srcOrd="0" destOrd="0" presId="urn:microsoft.com/office/officeart/2005/8/layout/pList1"/>
    <dgm:cxn modelId="{A7551CDF-A2E9-4F09-A4D8-5B90C7104395}" type="presOf" srcId="{B9433F48-8EFE-4D8F-9DB2-6F0398AE552F}" destId="{BF653B0F-4F4E-4533-B51F-3E7D8DE85297}" srcOrd="0" destOrd="0" presId="urn:microsoft.com/office/officeart/2005/8/layout/pList1"/>
    <dgm:cxn modelId="{DB3CEBCA-90F0-47DF-BB3A-048CA9570C9B}" type="presOf" srcId="{6A342D0B-FF2A-4B84-A2CB-EC726F15819E}" destId="{5225C3C8-0C1D-4B3E-B3B8-9C5E251B458C}" srcOrd="0" destOrd="0" presId="urn:microsoft.com/office/officeart/2005/8/layout/pList1"/>
    <dgm:cxn modelId="{F3E6DD1F-C890-492D-8D5C-44761BC06C3E}" type="presOf" srcId="{8C0DB61E-33C3-447A-B417-7F9D6FB7C4BC}" destId="{DD510D03-80D6-4386-B9CC-97E5F3322277}" srcOrd="0" destOrd="0" presId="urn:microsoft.com/office/officeart/2005/8/layout/pList1"/>
    <dgm:cxn modelId="{CBA21428-3908-420E-9AC1-5964315AA220}" type="presOf" srcId="{082ED36C-4859-44B3-8A44-E17F288539D8}" destId="{238574F2-D5A0-4F3F-9C4A-3F6FDE90A3EC}" srcOrd="0" destOrd="0" presId="urn:microsoft.com/office/officeart/2005/8/layout/pList1"/>
    <dgm:cxn modelId="{9CD55E69-651F-420B-90DE-4E9C521F4358}" srcId="{8C0DB61E-33C3-447A-B417-7F9D6FB7C4BC}" destId="{F0FD2233-F771-4101-94C2-60B60C2B8A1E}" srcOrd="3" destOrd="0" parTransId="{A846E9DF-EE6A-41EB-9929-E8A3A37EC0AB}" sibTransId="{7CC7AD3D-38B2-4681-A764-63903AD83B6C}"/>
    <dgm:cxn modelId="{D87A1480-AE86-4A7B-9CC4-F97719BE3C3B}" type="presOf" srcId="{7CC7AD3D-38B2-4681-A764-63903AD83B6C}" destId="{FF9BC55B-0CA1-46DA-A9D6-CF016E9C9FE8}" srcOrd="0" destOrd="0" presId="urn:microsoft.com/office/officeart/2005/8/layout/pList1"/>
    <dgm:cxn modelId="{3E26DF6E-BB92-43B9-84BB-4D11955B5477}" srcId="{8C0DB61E-33C3-447A-B417-7F9D6FB7C4BC}" destId="{46C6B0C4-B6B3-4C69-878C-9A942A5BB5A2}" srcOrd="2" destOrd="0" parTransId="{D7295E62-E21E-45B6-A15C-CDD69E98A0A7}" sibTransId="{D9EA300C-0460-4251-AC69-5E6CA4DCFA55}"/>
    <dgm:cxn modelId="{467F5BE3-A3D2-40B8-8ECD-D72DF61DE085}" srcId="{8C0DB61E-33C3-447A-B417-7F9D6FB7C4BC}" destId="{B9433F48-8EFE-4D8F-9DB2-6F0398AE552F}" srcOrd="6" destOrd="0" parTransId="{BD58451C-ECE6-4888-A8AB-D77BC42AEA41}" sibTransId="{53DD2A2E-70CF-4ACB-8922-049D9C5AA931}"/>
    <dgm:cxn modelId="{8FBA6D94-10B8-479A-A04F-232CF55C288B}" type="presOf" srcId="{2B70D156-759F-49F6-9EA7-203E9AF8F825}" destId="{1D6EDE60-8F3C-4AF0-BC3E-A9F6707780B7}" srcOrd="0" destOrd="0" presId="urn:microsoft.com/office/officeart/2005/8/layout/pList1"/>
    <dgm:cxn modelId="{0ED082C1-ECD7-412E-9F76-9E98536AF148}" type="presOf" srcId="{F870E1E6-F1A6-4F51-9836-9DE6D12127E6}" destId="{CB3AE278-AC66-4FA7-B9C8-2436BD3DDEA3}" srcOrd="0" destOrd="0" presId="urn:microsoft.com/office/officeart/2005/8/layout/pList1"/>
    <dgm:cxn modelId="{FE0BABB9-9B62-4E4D-A443-3EE1D72CBA0B}" srcId="{8C0DB61E-33C3-447A-B417-7F9D6FB7C4BC}" destId="{18AA39A0-69E5-484F-B097-E72F2488A19A}" srcOrd="8" destOrd="0" parTransId="{0B8F8834-A00E-4915-AD0B-00BA81710D85}" sibTransId="{FFCA0B80-5861-47E2-9B6C-3C5003F0BBE5}"/>
    <dgm:cxn modelId="{70D1A3B9-7366-4F70-A55A-5921FD3885F8}" type="presOf" srcId="{18D2619B-B9AF-448E-BC75-CF9FF932133B}" destId="{A4F7D991-D54F-4965-88C2-3AB8713E2B04}" srcOrd="0" destOrd="0" presId="urn:microsoft.com/office/officeart/2005/8/layout/pList1"/>
    <dgm:cxn modelId="{D2570E04-1AAF-4553-AE7E-8B396A3E4647}" type="presOf" srcId="{C4734D54-451D-436D-9F62-6D3332F21E40}" destId="{59B47476-3CF3-4B88-A185-404147CA2ED8}" srcOrd="0" destOrd="0" presId="urn:microsoft.com/office/officeart/2005/8/layout/pList1"/>
    <dgm:cxn modelId="{8E0A6410-96A0-4D87-8353-C81C6EA9EE1D}" type="presOf" srcId="{46C6B0C4-B6B3-4C69-878C-9A942A5BB5A2}" destId="{E66AB92C-0092-4833-A167-6592C6926E1A}" srcOrd="0" destOrd="0" presId="urn:microsoft.com/office/officeart/2005/8/layout/pList1"/>
    <dgm:cxn modelId="{A4913B56-3B1B-4E89-BAB0-B765D177A756}" srcId="{8C0DB61E-33C3-447A-B417-7F9D6FB7C4BC}" destId="{2279292E-B5AC-469D-A264-90E65C1801B8}" srcOrd="7" destOrd="0" parTransId="{C79A1D01-FCCD-4BEE-9AF0-CA0A194EFC96}" sibTransId="{F870E1E6-F1A6-4F51-9836-9DE6D12127E6}"/>
    <dgm:cxn modelId="{B32EE87B-DE90-4F64-8221-149D917F213A}" type="presOf" srcId="{B65AF0B4-42E5-4DA0-8403-B82BA58C886E}" destId="{6EE2FB01-AA29-431D-A846-E558BB35CE4F}" srcOrd="0" destOrd="0" presId="urn:microsoft.com/office/officeart/2005/8/layout/pList1"/>
    <dgm:cxn modelId="{D236B13C-CF9A-47AE-BDD5-2B322A1D2EF9}" srcId="{8C0DB61E-33C3-447A-B417-7F9D6FB7C4BC}" destId="{C4734D54-451D-436D-9F62-6D3332F21E40}" srcOrd="5" destOrd="0" parTransId="{D0D8DCD4-6138-40A3-80A8-78D9BFB3F10E}" sibTransId="{082ED36C-4859-44B3-8A44-E17F288539D8}"/>
    <dgm:cxn modelId="{87DCDAF8-2E98-46C2-8095-3DA1735B3086}" type="presOf" srcId="{18AA39A0-69E5-484F-B097-E72F2488A19A}" destId="{C96DE89C-D865-4B9E-8BED-6829C9D46242}" srcOrd="0" destOrd="0" presId="urn:microsoft.com/office/officeart/2005/8/layout/pList1"/>
    <dgm:cxn modelId="{EE195DCC-8F33-49DD-ADC9-06E26CF8F660}" type="presParOf" srcId="{DD510D03-80D6-4386-B9CC-97E5F3322277}" destId="{75895FFA-56A9-481E-8144-274CC5AA0C01}" srcOrd="0" destOrd="0" presId="urn:microsoft.com/office/officeart/2005/8/layout/pList1"/>
    <dgm:cxn modelId="{6557726E-8C43-4A0E-936B-2D719D663997}" type="presParOf" srcId="{75895FFA-56A9-481E-8144-274CC5AA0C01}" destId="{75DB3692-EEC7-4B8E-9ADD-4377338C2EAB}" srcOrd="0" destOrd="0" presId="urn:microsoft.com/office/officeart/2005/8/layout/pList1"/>
    <dgm:cxn modelId="{C9000C8A-0CD1-4A5B-AB76-963FD75DE588}" type="presParOf" srcId="{75895FFA-56A9-481E-8144-274CC5AA0C01}" destId="{1D6EDE60-8F3C-4AF0-BC3E-A9F6707780B7}" srcOrd="1" destOrd="0" presId="urn:microsoft.com/office/officeart/2005/8/layout/pList1"/>
    <dgm:cxn modelId="{1C44E6B3-DD91-471C-A48B-72BDDCD92BD9}" type="presParOf" srcId="{DD510D03-80D6-4386-B9CC-97E5F3322277}" destId="{085A1226-1633-4CC3-A1F4-DA7A1F43E41A}" srcOrd="1" destOrd="0" presId="urn:microsoft.com/office/officeart/2005/8/layout/pList1"/>
    <dgm:cxn modelId="{10B207B8-F65A-4651-A1EB-2B74625DBA01}" type="presParOf" srcId="{DD510D03-80D6-4386-B9CC-97E5F3322277}" destId="{CE0AB8DE-969A-4165-BD3B-D6DEE8B1B4D4}" srcOrd="2" destOrd="0" presId="urn:microsoft.com/office/officeart/2005/8/layout/pList1"/>
    <dgm:cxn modelId="{26C5DE4B-7BBA-43A5-9AE3-96DCD4182E89}" type="presParOf" srcId="{CE0AB8DE-969A-4165-BD3B-D6DEE8B1B4D4}" destId="{DDA3CED4-0AC9-4C81-B24B-45ADBA3A5FAA}" srcOrd="0" destOrd="0" presId="urn:microsoft.com/office/officeart/2005/8/layout/pList1"/>
    <dgm:cxn modelId="{07AF8278-3E26-423E-AF66-EB123D8C5FF1}" type="presParOf" srcId="{CE0AB8DE-969A-4165-BD3B-D6DEE8B1B4D4}" destId="{5225C3C8-0C1D-4B3E-B3B8-9C5E251B458C}" srcOrd="1" destOrd="0" presId="urn:microsoft.com/office/officeart/2005/8/layout/pList1"/>
    <dgm:cxn modelId="{C0ADC6DE-AB24-45B8-9989-2DDD24B3DD96}" type="presParOf" srcId="{DD510D03-80D6-4386-B9CC-97E5F3322277}" destId="{AA17B1A1-FAD2-42CB-98EA-DC3A74473FFE}" srcOrd="3" destOrd="0" presId="urn:microsoft.com/office/officeart/2005/8/layout/pList1"/>
    <dgm:cxn modelId="{33B7BEDA-2A4E-4A20-A45B-691D6F7B5344}" type="presParOf" srcId="{DD510D03-80D6-4386-B9CC-97E5F3322277}" destId="{BED02E6A-2517-46B1-99AE-E70E756146C8}" srcOrd="4" destOrd="0" presId="urn:microsoft.com/office/officeart/2005/8/layout/pList1"/>
    <dgm:cxn modelId="{3972A390-214B-4D90-B209-0133471A6536}" type="presParOf" srcId="{BED02E6A-2517-46B1-99AE-E70E756146C8}" destId="{9B2D7C8C-889C-435E-B9CA-A0DAC337C706}" srcOrd="0" destOrd="0" presId="urn:microsoft.com/office/officeart/2005/8/layout/pList1"/>
    <dgm:cxn modelId="{A9EF88D4-B9B3-4DB4-875C-900054BDDFAD}" type="presParOf" srcId="{BED02E6A-2517-46B1-99AE-E70E756146C8}" destId="{E66AB92C-0092-4833-A167-6592C6926E1A}" srcOrd="1" destOrd="0" presId="urn:microsoft.com/office/officeart/2005/8/layout/pList1"/>
    <dgm:cxn modelId="{E8A8E0A6-66DF-4386-91C4-CF31022BFEB9}" type="presParOf" srcId="{DD510D03-80D6-4386-B9CC-97E5F3322277}" destId="{792083BB-4FBC-4662-B2E1-04C58590AD51}" srcOrd="5" destOrd="0" presId="urn:microsoft.com/office/officeart/2005/8/layout/pList1"/>
    <dgm:cxn modelId="{68C34DC7-A062-4357-BF5A-7661D1801A85}" type="presParOf" srcId="{DD510D03-80D6-4386-B9CC-97E5F3322277}" destId="{30A25FEA-37AF-4C00-A219-62924935A4F1}" srcOrd="6" destOrd="0" presId="urn:microsoft.com/office/officeart/2005/8/layout/pList1"/>
    <dgm:cxn modelId="{D1FD6F69-F3EF-4BD8-80A0-FB57324F8B72}" type="presParOf" srcId="{30A25FEA-37AF-4C00-A219-62924935A4F1}" destId="{E35A9CA0-2A94-4078-9874-C3D3EA57C87A}" srcOrd="0" destOrd="0" presId="urn:microsoft.com/office/officeart/2005/8/layout/pList1"/>
    <dgm:cxn modelId="{E3740B56-16C5-41E5-88BB-557F87859E69}" type="presParOf" srcId="{30A25FEA-37AF-4C00-A219-62924935A4F1}" destId="{C9C9C2F2-7A59-4C5A-B3C0-27A409E77A7F}" srcOrd="1" destOrd="0" presId="urn:microsoft.com/office/officeart/2005/8/layout/pList1"/>
    <dgm:cxn modelId="{B9324425-03BF-42CA-99DD-D0F7121C68D3}" type="presParOf" srcId="{DD510D03-80D6-4386-B9CC-97E5F3322277}" destId="{FF9BC55B-0CA1-46DA-A9D6-CF016E9C9FE8}" srcOrd="7" destOrd="0" presId="urn:microsoft.com/office/officeart/2005/8/layout/pList1"/>
    <dgm:cxn modelId="{AE475E9B-774D-4B6A-8A9D-34C4617609D8}" type="presParOf" srcId="{DD510D03-80D6-4386-B9CC-97E5F3322277}" destId="{4829A1EF-DFEC-4539-B1C3-F8C6097B84FE}" srcOrd="8" destOrd="0" presId="urn:microsoft.com/office/officeart/2005/8/layout/pList1"/>
    <dgm:cxn modelId="{E212CE1B-0361-4E23-83D5-DF94FD453A46}" type="presParOf" srcId="{4829A1EF-DFEC-4539-B1C3-F8C6097B84FE}" destId="{62A5C596-97B8-4860-8C2B-3DDD2CB73225}" srcOrd="0" destOrd="0" presId="urn:microsoft.com/office/officeart/2005/8/layout/pList1"/>
    <dgm:cxn modelId="{16670EF6-776C-4417-BB1F-D09E0327F341}" type="presParOf" srcId="{4829A1EF-DFEC-4539-B1C3-F8C6097B84FE}" destId="{6EE2FB01-AA29-431D-A846-E558BB35CE4F}" srcOrd="1" destOrd="0" presId="urn:microsoft.com/office/officeart/2005/8/layout/pList1"/>
    <dgm:cxn modelId="{6845FFEA-E572-418D-ABE6-D7EC5004379D}" type="presParOf" srcId="{DD510D03-80D6-4386-B9CC-97E5F3322277}" destId="{A4F7D991-D54F-4965-88C2-3AB8713E2B04}" srcOrd="9" destOrd="0" presId="urn:microsoft.com/office/officeart/2005/8/layout/pList1"/>
    <dgm:cxn modelId="{28195E86-3F34-469D-9C80-C4E4DC39DB6B}" type="presParOf" srcId="{DD510D03-80D6-4386-B9CC-97E5F3322277}" destId="{45DFE7A2-950B-4546-AC5C-07A7CE384A02}" srcOrd="10" destOrd="0" presId="urn:microsoft.com/office/officeart/2005/8/layout/pList1"/>
    <dgm:cxn modelId="{BD022C16-FD66-425A-8480-3DDF7CBB064C}" type="presParOf" srcId="{45DFE7A2-950B-4546-AC5C-07A7CE384A02}" destId="{FC8550AF-A7F1-47E0-A869-AEC79AB9F4B2}" srcOrd="0" destOrd="0" presId="urn:microsoft.com/office/officeart/2005/8/layout/pList1"/>
    <dgm:cxn modelId="{231D702A-A725-4189-BF0F-042A6F7C601F}" type="presParOf" srcId="{45DFE7A2-950B-4546-AC5C-07A7CE384A02}" destId="{59B47476-3CF3-4B88-A185-404147CA2ED8}" srcOrd="1" destOrd="0" presId="urn:microsoft.com/office/officeart/2005/8/layout/pList1"/>
    <dgm:cxn modelId="{616F51EA-CB90-4CF7-876E-BD9FEFCBA785}" type="presParOf" srcId="{DD510D03-80D6-4386-B9CC-97E5F3322277}" destId="{238574F2-D5A0-4F3F-9C4A-3F6FDE90A3EC}" srcOrd="11" destOrd="0" presId="urn:microsoft.com/office/officeart/2005/8/layout/pList1"/>
    <dgm:cxn modelId="{5A088208-00AF-4105-8AFD-42D610F4204F}" type="presParOf" srcId="{DD510D03-80D6-4386-B9CC-97E5F3322277}" destId="{1B43CB5E-610B-48B6-B4FC-DF8239AD79F6}" srcOrd="12" destOrd="0" presId="urn:microsoft.com/office/officeart/2005/8/layout/pList1"/>
    <dgm:cxn modelId="{23831277-9FC3-4873-80F5-9A853AC8B8D8}" type="presParOf" srcId="{1B43CB5E-610B-48B6-B4FC-DF8239AD79F6}" destId="{57AFDE88-BCC1-4B54-9914-758C321F6B86}" srcOrd="0" destOrd="0" presId="urn:microsoft.com/office/officeart/2005/8/layout/pList1"/>
    <dgm:cxn modelId="{04EE136B-CBA4-4919-ACBC-0D7AEE000152}" type="presParOf" srcId="{1B43CB5E-610B-48B6-B4FC-DF8239AD79F6}" destId="{BF653B0F-4F4E-4533-B51F-3E7D8DE85297}" srcOrd="1" destOrd="0" presId="urn:microsoft.com/office/officeart/2005/8/layout/pList1"/>
    <dgm:cxn modelId="{28D599E3-A290-4AAC-9296-B2760A98D666}" type="presParOf" srcId="{DD510D03-80D6-4386-B9CC-97E5F3322277}" destId="{7AC4313F-25A4-4427-BB39-441BD0C96F9F}" srcOrd="13" destOrd="0" presId="urn:microsoft.com/office/officeart/2005/8/layout/pList1"/>
    <dgm:cxn modelId="{0A4CFA94-7C1D-43F3-A05D-93122345A4F3}" type="presParOf" srcId="{DD510D03-80D6-4386-B9CC-97E5F3322277}" destId="{BFC39FC0-4F01-4F38-ADB8-4074F6D31F0F}" srcOrd="14" destOrd="0" presId="urn:microsoft.com/office/officeart/2005/8/layout/pList1"/>
    <dgm:cxn modelId="{5B255A22-C412-472D-962B-33E870FB978D}" type="presParOf" srcId="{BFC39FC0-4F01-4F38-ADB8-4074F6D31F0F}" destId="{9F56823A-168D-4896-89E2-4AE2D79004B8}" srcOrd="0" destOrd="0" presId="urn:microsoft.com/office/officeart/2005/8/layout/pList1"/>
    <dgm:cxn modelId="{7916CBF5-4C2A-440D-8775-C5F028DAA4A1}" type="presParOf" srcId="{BFC39FC0-4F01-4F38-ADB8-4074F6D31F0F}" destId="{35210D93-3A0B-4A1C-B747-F77FC5F8A651}" srcOrd="1" destOrd="0" presId="urn:microsoft.com/office/officeart/2005/8/layout/pList1"/>
    <dgm:cxn modelId="{F169719D-0B56-4702-9A43-78AA89BDEE9C}" type="presParOf" srcId="{DD510D03-80D6-4386-B9CC-97E5F3322277}" destId="{CB3AE278-AC66-4FA7-B9C8-2436BD3DDEA3}" srcOrd="15" destOrd="0" presId="urn:microsoft.com/office/officeart/2005/8/layout/pList1"/>
    <dgm:cxn modelId="{AAFE439B-2AE8-4962-8238-75D78477436E}" type="presParOf" srcId="{DD510D03-80D6-4386-B9CC-97E5F3322277}" destId="{CB8C7133-5BB4-428E-9B9D-25A1C2F5F56D}" srcOrd="16" destOrd="0" presId="urn:microsoft.com/office/officeart/2005/8/layout/pList1"/>
    <dgm:cxn modelId="{09C7CDA0-9801-4013-83FE-B54A61776237}" type="presParOf" srcId="{CB8C7133-5BB4-428E-9B9D-25A1C2F5F56D}" destId="{D789DF5A-B6C6-41E1-ABAF-998991345BA7}" srcOrd="0" destOrd="0" presId="urn:microsoft.com/office/officeart/2005/8/layout/pList1"/>
    <dgm:cxn modelId="{E801B236-CC48-424E-8CC9-23E8F9DE0AEA}" type="presParOf" srcId="{CB8C7133-5BB4-428E-9B9D-25A1C2F5F56D}" destId="{C96DE89C-D865-4B9E-8BED-6829C9D46242}" srcOrd="1" destOrd="0" presId="urn:microsoft.com/office/officeart/2005/8/layout/pList1"/>
  </dgm:cxnLst>
  <dgm:bg/>
  <dgm:whole/>
</dgm:dataModel>
</file>

<file path=ppt/diagrams/data24.xml><?xml version="1.0" encoding="utf-8"?>
<dgm:dataModel xmlns:dgm="http://schemas.openxmlformats.org/drawingml/2006/diagram" xmlns:a="http://schemas.openxmlformats.org/drawingml/2006/main">
  <dgm:ptLst>
    <dgm:pt modelId="{396EE542-3B66-490E-ABBF-2306205F666D}"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zh-CN" altLang="en-US"/>
        </a:p>
      </dgm:t>
    </dgm:pt>
    <dgm:pt modelId="{1F208CF9-2EA0-4A07-BF43-FCAD48875677}">
      <dgm:prSet/>
      <dgm:spPr/>
      <dgm:t>
        <a:bodyPr/>
        <a:lstStyle/>
        <a:p>
          <a:pPr algn="l" rtl="0"/>
          <a:r>
            <a:rPr lang="zh-CN" dirty="0" smtClean="0"/>
            <a:t>假如</a:t>
          </a:r>
          <a:r>
            <a:rPr lang="zh-CN" altLang="en-US" dirty="0" smtClean="0"/>
            <a:t>你和家人春节期间计划去泰国旅游，繁忙的一年，希望好好放松一下心情，同时更希望借此增进家人之间的感情，如果你是项目经理，请问如何做好这个项目？</a:t>
          </a:r>
          <a:endParaRPr lang="zh-CN" dirty="0"/>
        </a:p>
      </dgm:t>
    </dgm:pt>
    <dgm:pt modelId="{2EFF3C1E-C8F8-493D-A9D0-E7B0D08F4E8F}" type="parTrans" cxnId="{D09BE1C4-A3CE-4323-9BB5-7F02561444CC}">
      <dgm:prSet/>
      <dgm:spPr/>
      <dgm:t>
        <a:bodyPr/>
        <a:lstStyle/>
        <a:p>
          <a:endParaRPr lang="zh-CN" altLang="en-US"/>
        </a:p>
      </dgm:t>
    </dgm:pt>
    <dgm:pt modelId="{01B0A59C-C055-4DD1-83CB-80D9E6D77096}" type="sibTrans" cxnId="{D09BE1C4-A3CE-4323-9BB5-7F02561444CC}">
      <dgm:prSet/>
      <dgm:spPr/>
      <dgm:t>
        <a:bodyPr/>
        <a:lstStyle/>
        <a:p>
          <a:endParaRPr lang="zh-CN" altLang="en-US"/>
        </a:p>
      </dgm:t>
    </dgm:pt>
    <dgm:pt modelId="{E65981BE-85E6-41A7-AE78-78EC99F4F092}">
      <dgm:prSet/>
      <dgm:spPr/>
      <dgm:t>
        <a:bodyPr/>
        <a:lstStyle/>
        <a:p>
          <a:pPr algn="l"/>
          <a:r>
            <a:rPr lang="zh-CN" altLang="en-US" dirty="0" smtClean="0"/>
            <a:t>假如近期你们大学同学准备组织一次毕业</a:t>
          </a:r>
          <a:r>
            <a:rPr lang="en-US" altLang="zh-CN" dirty="0" smtClean="0"/>
            <a:t>10</a:t>
          </a:r>
          <a:r>
            <a:rPr lang="zh-CN" altLang="en-US" dirty="0" smtClean="0"/>
            <a:t>年聚会，希望彼此增进感情，了解近况，加强联系。希望你作为这个项目的项目经理，请问如何做好这个项目？</a:t>
          </a:r>
          <a:endParaRPr lang="zh-CN" altLang="en-US" dirty="0"/>
        </a:p>
      </dgm:t>
    </dgm:pt>
    <dgm:pt modelId="{1E114C44-AF04-4907-952F-14DB40C18B6F}" type="parTrans" cxnId="{93DF57BF-E0D4-495D-BD89-9B41352CCEA9}">
      <dgm:prSet/>
      <dgm:spPr/>
    </dgm:pt>
    <dgm:pt modelId="{38199013-70B3-4E9B-8841-052016702B9F}" type="sibTrans" cxnId="{93DF57BF-E0D4-495D-BD89-9B41352CCEA9}">
      <dgm:prSet/>
      <dgm:spPr/>
    </dgm:pt>
    <dgm:pt modelId="{FFCD371D-2EFB-4033-9C14-BD60DD382E3A}" type="pres">
      <dgm:prSet presAssocID="{396EE542-3B66-490E-ABBF-2306205F666D}" presName="Name0" presStyleCnt="0">
        <dgm:presLayoutVars>
          <dgm:dir/>
          <dgm:resizeHandles val="exact"/>
        </dgm:presLayoutVars>
      </dgm:prSet>
      <dgm:spPr/>
      <dgm:t>
        <a:bodyPr/>
        <a:lstStyle/>
        <a:p>
          <a:endParaRPr lang="zh-CN" altLang="en-US"/>
        </a:p>
      </dgm:t>
    </dgm:pt>
    <dgm:pt modelId="{BE2B73C0-D243-45E2-96C8-E267FA0522C4}" type="pres">
      <dgm:prSet presAssocID="{396EE542-3B66-490E-ABBF-2306205F666D}" presName="bkgdShp" presStyleLbl="alignAccFollowNode1" presStyleIdx="0" presStyleCnt="1"/>
      <dgm:spPr/>
    </dgm:pt>
    <dgm:pt modelId="{CA7A710A-0BA4-4311-8A8D-173125B365C3}" type="pres">
      <dgm:prSet presAssocID="{396EE542-3B66-490E-ABBF-2306205F666D}" presName="linComp" presStyleCnt="0"/>
      <dgm:spPr/>
    </dgm:pt>
    <dgm:pt modelId="{2003B055-5CE3-4E98-8470-9D27225B25C8}" type="pres">
      <dgm:prSet presAssocID="{1F208CF9-2EA0-4A07-BF43-FCAD48875677}" presName="compNode" presStyleCnt="0"/>
      <dgm:spPr/>
    </dgm:pt>
    <dgm:pt modelId="{950DA12A-79F9-4C9F-8689-6BB0E78ABE4C}" type="pres">
      <dgm:prSet presAssocID="{1F208CF9-2EA0-4A07-BF43-FCAD48875677}" presName="node" presStyleLbl="node1" presStyleIdx="0" presStyleCnt="2">
        <dgm:presLayoutVars>
          <dgm:bulletEnabled val="1"/>
        </dgm:presLayoutVars>
      </dgm:prSet>
      <dgm:spPr/>
      <dgm:t>
        <a:bodyPr/>
        <a:lstStyle/>
        <a:p>
          <a:endParaRPr lang="zh-CN" altLang="en-US"/>
        </a:p>
      </dgm:t>
    </dgm:pt>
    <dgm:pt modelId="{44BF83E4-7051-4A6F-B12A-35BD3CCD9A91}" type="pres">
      <dgm:prSet presAssocID="{1F208CF9-2EA0-4A07-BF43-FCAD48875677}" presName="invisiNode" presStyleLbl="node1" presStyleIdx="0" presStyleCnt="2"/>
      <dgm:spPr/>
    </dgm:pt>
    <dgm:pt modelId="{27C7B281-0D10-4790-8FCB-EDA5D6766D19}" type="pres">
      <dgm:prSet presAssocID="{1F208CF9-2EA0-4A07-BF43-FCAD48875677}" presName="imagNode" presStyleLbl="fgImgPlace1" presStyleIdx="0" presStyleCnt="2"/>
      <dgm:spPr>
        <a:blipFill rotWithShape="0">
          <a:blip xmlns:r="http://schemas.openxmlformats.org/officeDocument/2006/relationships" r:embed="rId1"/>
          <a:stretch>
            <a:fillRect/>
          </a:stretch>
        </a:blipFill>
      </dgm:spPr>
    </dgm:pt>
    <dgm:pt modelId="{35A9DB04-931E-43BF-853D-1D02B1459D84}" type="pres">
      <dgm:prSet presAssocID="{01B0A59C-C055-4DD1-83CB-80D9E6D77096}" presName="sibTrans" presStyleLbl="sibTrans2D1" presStyleIdx="0" presStyleCnt="0"/>
      <dgm:spPr/>
      <dgm:t>
        <a:bodyPr/>
        <a:lstStyle/>
        <a:p>
          <a:endParaRPr lang="zh-CN" altLang="en-US"/>
        </a:p>
      </dgm:t>
    </dgm:pt>
    <dgm:pt modelId="{9EF59233-8855-4B0C-BC78-BB07096450F0}" type="pres">
      <dgm:prSet presAssocID="{E65981BE-85E6-41A7-AE78-78EC99F4F092}" presName="compNode" presStyleCnt="0"/>
      <dgm:spPr/>
    </dgm:pt>
    <dgm:pt modelId="{767D6826-7514-4676-9E64-44D337DA8E88}" type="pres">
      <dgm:prSet presAssocID="{E65981BE-85E6-41A7-AE78-78EC99F4F092}" presName="node" presStyleLbl="node1" presStyleIdx="1" presStyleCnt="2">
        <dgm:presLayoutVars>
          <dgm:bulletEnabled val="1"/>
        </dgm:presLayoutVars>
      </dgm:prSet>
      <dgm:spPr/>
      <dgm:t>
        <a:bodyPr/>
        <a:lstStyle/>
        <a:p>
          <a:endParaRPr lang="zh-CN" altLang="en-US"/>
        </a:p>
      </dgm:t>
    </dgm:pt>
    <dgm:pt modelId="{9BD55C6A-2700-4CAF-BDD8-DD81D0808C26}" type="pres">
      <dgm:prSet presAssocID="{E65981BE-85E6-41A7-AE78-78EC99F4F092}" presName="invisiNode" presStyleLbl="node1" presStyleIdx="1" presStyleCnt="2"/>
      <dgm:spPr/>
    </dgm:pt>
    <dgm:pt modelId="{D5A11BBF-11A1-4248-A49A-9460D7FA9E6B}" type="pres">
      <dgm:prSet presAssocID="{E65981BE-85E6-41A7-AE78-78EC99F4F092}" presName="imagNode" presStyleLbl="fgImgPlace1" presStyleIdx="1" presStyleCnt="2"/>
      <dgm:spPr>
        <a:blipFill rotWithShape="0">
          <a:blip xmlns:r="http://schemas.openxmlformats.org/officeDocument/2006/relationships" r:embed="rId2"/>
          <a:stretch>
            <a:fillRect/>
          </a:stretch>
        </a:blipFill>
      </dgm:spPr>
    </dgm:pt>
  </dgm:ptLst>
  <dgm:cxnLst>
    <dgm:cxn modelId="{763B557A-C454-4FEC-BE38-5B43B3F0453A}" type="presOf" srcId="{01B0A59C-C055-4DD1-83CB-80D9E6D77096}" destId="{35A9DB04-931E-43BF-853D-1D02B1459D84}" srcOrd="0" destOrd="0" presId="urn:microsoft.com/office/officeart/2005/8/layout/pList2"/>
    <dgm:cxn modelId="{8B5572E9-CDE6-4C44-8EA3-CA269A70F062}" type="presOf" srcId="{E65981BE-85E6-41A7-AE78-78EC99F4F092}" destId="{767D6826-7514-4676-9E64-44D337DA8E88}" srcOrd="0" destOrd="0" presId="urn:microsoft.com/office/officeart/2005/8/layout/pList2"/>
    <dgm:cxn modelId="{93DF57BF-E0D4-495D-BD89-9B41352CCEA9}" srcId="{396EE542-3B66-490E-ABBF-2306205F666D}" destId="{E65981BE-85E6-41A7-AE78-78EC99F4F092}" srcOrd="1" destOrd="0" parTransId="{1E114C44-AF04-4907-952F-14DB40C18B6F}" sibTransId="{38199013-70B3-4E9B-8841-052016702B9F}"/>
    <dgm:cxn modelId="{98B3BED5-328D-4959-8B65-7BCB84664310}" type="presOf" srcId="{1F208CF9-2EA0-4A07-BF43-FCAD48875677}" destId="{950DA12A-79F9-4C9F-8689-6BB0E78ABE4C}" srcOrd="0" destOrd="0" presId="urn:microsoft.com/office/officeart/2005/8/layout/pList2"/>
    <dgm:cxn modelId="{D09BE1C4-A3CE-4323-9BB5-7F02561444CC}" srcId="{396EE542-3B66-490E-ABBF-2306205F666D}" destId="{1F208CF9-2EA0-4A07-BF43-FCAD48875677}" srcOrd="0" destOrd="0" parTransId="{2EFF3C1E-C8F8-493D-A9D0-E7B0D08F4E8F}" sibTransId="{01B0A59C-C055-4DD1-83CB-80D9E6D77096}"/>
    <dgm:cxn modelId="{AA168014-719A-4441-B5FD-5B7D12B8EA93}" type="presOf" srcId="{396EE542-3B66-490E-ABBF-2306205F666D}" destId="{FFCD371D-2EFB-4033-9C14-BD60DD382E3A}" srcOrd="0" destOrd="0" presId="urn:microsoft.com/office/officeart/2005/8/layout/pList2"/>
    <dgm:cxn modelId="{88F47CBC-4A3D-4982-BD92-CEFA6618493B}" type="presParOf" srcId="{FFCD371D-2EFB-4033-9C14-BD60DD382E3A}" destId="{BE2B73C0-D243-45E2-96C8-E267FA0522C4}" srcOrd="0" destOrd="0" presId="urn:microsoft.com/office/officeart/2005/8/layout/pList2"/>
    <dgm:cxn modelId="{C136E26E-A5B1-42AE-85E3-958B705ED337}" type="presParOf" srcId="{FFCD371D-2EFB-4033-9C14-BD60DD382E3A}" destId="{CA7A710A-0BA4-4311-8A8D-173125B365C3}" srcOrd="1" destOrd="0" presId="urn:microsoft.com/office/officeart/2005/8/layout/pList2"/>
    <dgm:cxn modelId="{445CF4DD-4F76-41F4-810C-7DED1F2C3B8A}" type="presParOf" srcId="{CA7A710A-0BA4-4311-8A8D-173125B365C3}" destId="{2003B055-5CE3-4E98-8470-9D27225B25C8}" srcOrd="0" destOrd="0" presId="urn:microsoft.com/office/officeart/2005/8/layout/pList2"/>
    <dgm:cxn modelId="{7ABECC00-2374-4488-BF0B-AE09B1672714}" type="presParOf" srcId="{2003B055-5CE3-4E98-8470-9D27225B25C8}" destId="{950DA12A-79F9-4C9F-8689-6BB0E78ABE4C}" srcOrd="0" destOrd="0" presId="urn:microsoft.com/office/officeart/2005/8/layout/pList2"/>
    <dgm:cxn modelId="{57933954-B8F2-413A-A6B4-6847A58D4E95}" type="presParOf" srcId="{2003B055-5CE3-4E98-8470-9D27225B25C8}" destId="{44BF83E4-7051-4A6F-B12A-35BD3CCD9A91}" srcOrd="1" destOrd="0" presId="urn:microsoft.com/office/officeart/2005/8/layout/pList2"/>
    <dgm:cxn modelId="{73B9FF78-C06E-4087-8A7B-8053B654C590}" type="presParOf" srcId="{2003B055-5CE3-4E98-8470-9D27225B25C8}" destId="{27C7B281-0D10-4790-8FCB-EDA5D6766D19}" srcOrd="2" destOrd="0" presId="urn:microsoft.com/office/officeart/2005/8/layout/pList2"/>
    <dgm:cxn modelId="{B9F491F0-C547-4E32-8D82-EE7984FE1E3E}" type="presParOf" srcId="{CA7A710A-0BA4-4311-8A8D-173125B365C3}" destId="{35A9DB04-931E-43BF-853D-1D02B1459D84}" srcOrd="1" destOrd="0" presId="urn:microsoft.com/office/officeart/2005/8/layout/pList2"/>
    <dgm:cxn modelId="{BA332759-8B1A-4DF3-9403-302E0AE4C3C1}" type="presParOf" srcId="{CA7A710A-0BA4-4311-8A8D-173125B365C3}" destId="{9EF59233-8855-4B0C-BC78-BB07096450F0}" srcOrd="2" destOrd="0" presId="urn:microsoft.com/office/officeart/2005/8/layout/pList2"/>
    <dgm:cxn modelId="{B9E28676-23F3-43C6-830B-EE985D3E2097}" type="presParOf" srcId="{9EF59233-8855-4B0C-BC78-BB07096450F0}" destId="{767D6826-7514-4676-9E64-44D337DA8E88}" srcOrd="0" destOrd="0" presId="urn:microsoft.com/office/officeart/2005/8/layout/pList2"/>
    <dgm:cxn modelId="{2B4AC536-58F4-4196-BD0E-20E6238FDBE8}" type="presParOf" srcId="{9EF59233-8855-4B0C-BC78-BB07096450F0}" destId="{9BD55C6A-2700-4CAF-BDD8-DD81D0808C26}" srcOrd="1" destOrd="0" presId="urn:microsoft.com/office/officeart/2005/8/layout/pList2"/>
    <dgm:cxn modelId="{8133C5EC-182E-40FF-A39A-495FE7A3C749}" type="presParOf" srcId="{9EF59233-8855-4B0C-BC78-BB07096450F0}" destId="{D5A11BBF-11A1-4248-A49A-9460D7FA9E6B}" srcOrd="2" destOrd="0" presId="urn:microsoft.com/office/officeart/2005/8/layout/pList2"/>
  </dgm:cxnLst>
  <dgm:bg/>
  <dgm:whole/>
</dgm:dataModel>
</file>

<file path=ppt/diagrams/data25.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六、优秀的项目经理</a:t>
          </a:r>
          <a:r>
            <a:rPr lang="en-US" altLang="zh-CN" sz="4000" dirty="0" smtClean="0"/>
            <a:t/>
          </a:r>
          <a:br>
            <a:rPr lang="en-US" altLang="zh-CN" sz="4000" dirty="0" smtClean="0"/>
          </a:br>
          <a:r>
            <a:rPr lang="en-US" altLang="zh-CN" sz="4000" dirty="0" smtClean="0"/>
            <a:t>	</a:t>
          </a:r>
          <a:r>
            <a:rPr lang="zh-CN" altLang="en-US" sz="4000" dirty="0" smtClean="0"/>
            <a:t>应具备的能力和心态</a:t>
          </a:r>
          <a:endParaRPr lang="zh-CN" altLang="en-US" sz="4000" dirty="0"/>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432923F7-DEC1-451A-B4C1-49A276D376E3}" srcId="{723F4E9A-15B0-40F0-AE31-3CCE57844F3B}" destId="{AB26C09D-67A0-4F1A-BD2A-D9B9F5B6A603}" srcOrd="0" destOrd="0" parTransId="{92920E7C-D058-45E8-970D-AF35958976DA}" sibTransId="{E5C8B5F1-27C4-4BAA-90F6-A05BF189ED80}"/>
    <dgm:cxn modelId="{1BA6D6C5-E510-4151-83A7-E09E6CC136CB}" type="presOf" srcId="{AB26C09D-67A0-4F1A-BD2A-D9B9F5B6A603}" destId="{E17AD282-D8A2-4C27-B59E-D314B3292384}" srcOrd="0" destOrd="0" presId="urn:microsoft.com/office/officeart/2005/8/layout/vList2"/>
    <dgm:cxn modelId="{A43CA688-CEB2-42DB-BC93-24EB7D64E8F2}" type="presOf" srcId="{723F4E9A-15B0-40F0-AE31-3CCE57844F3B}" destId="{9E239BDD-6367-4ED4-BB2F-2F994F692FA4}" srcOrd="0" destOrd="0" presId="urn:microsoft.com/office/officeart/2005/8/layout/vList2"/>
    <dgm:cxn modelId="{43AD062A-FADC-4F4B-97C9-F35E8285FADD}" type="presParOf" srcId="{9E239BDD-6367-4ED4-BB2F-2F994F692FA4}" destId="{E17AD282-D8A2-4C27-B59E-D314B3292384}" srcOrd="0" destOrd="0" presId="urn:microsoft.com/office/officeart/2005/8/layout/vList2"/>
  </dgm:cxnLst>
  <dgm:bg/>
  <dgm:whole/>
</dgm:dataModel>
</file>

<file path=ppt/diagrams/data26.xml><?xml version="1.0" encoding="utf-8"?>
<dgm:dataModel xmlns:dgm="http://schemas.openxmlformats.org/drawingml/2006/diagram" xmlns:a="http://schemas.openxmlformats.org/drawingml/2006/main">
  <dgm:ptLst>
    <dgm:pt modelId="{89ECE88F-A060-4052-B65F-F2D544F360DB}" type="doc">
      <dgm:prSet loTypeId="urn:microsoft.com/office/officeart/2005/8/layout/hList7" loCatId="list" qsTypeId="urn:microsoft.com/office/officeart/2005/8/quickstyle/simple1" qsCatId="simple" csTypeId="urn:microsoft.com/office/officeart/2005/8/colors/accent1_2" csCatId="accent1"/>
      <dgm:spPr/>
      <dgm:t>
        <a:bodyPr/>
        <a:lstStyle/>
        <a:p>
          <a:endParaRPr lang="zh-CN" altLang="en-US"/>
        </a:p>
      </dgm:t>
    </dgm:pt>
    <dgm:pt modelId="{756AFF30-47AF-4979-BB92-079082D7155B}">
      <dgm:prSet/>
      <dgm:spPr/>
      <dgm:t>
        <a:bodyPr/>
        <a:lstStyle/>
        <a:p>
          <a:pPr rtl="0"/>
          <a:r>
            <a:rPr lang="zh-CN" dirty="0" smtClean="0"/>
            <a:t>项目知识</a:t>
          </a:r>
          <a:endParaRPr lang="en-US" dirty="0"/>
        </a:p>
      </dgm:t>
    </dgm:pt>
    <dgm:pt modelId="{E2281B15-4285-4B1B-8F9A-D96D8130B77A}" type="parTrans" cxnId="{371FCDFC-1413-42D7-ACEA-112AB9C65E82}">
      <dgm:prSet/>
      <dgm:spPr/>
      <dgm:t>
        <a:bodyPr/>
        <a:lstStyle/>
        <a:p>
          <a:endParaRPr lang="zh-CN" altLang="en-US"/>
        </a:p>
      </dgm:t>
    </dgm:pt>
    <dgm:pt modelId="{BA9E0891-D8AF-4FAF-A0C2-EFA04324C35F}" type="sibTrans" cxnId="{371FCDFC-1413-42D7-ACEA-112AB9C65E82}">
      <dgm:prSet/>
      <dgm:spPr/>
      <dgm:t>
        <a:bodyPr/>
        <a:lstStyle/>
        <a:p>
          <a:endParaRPr lang="zh-CN" altLang="en-US"/>
        </a:p>
      </dgm:t>
    </dgm:pt>
    <dgm:pt modelId="{2E93E35D-FABB-48F9-8083-0DDA8D9CE31D}">
      <dgm:prSet/>
      <dgm:spPr/>
      <dgm:t>
        <a:bodyPr/>
        <a:lstStyle/>
        <a:p>
          <a:pPr rtl="0"/>
          <a:r>
            <a:rPr lang="zh-CN" dirty="0" smtClean="0"/>
            <a:t>对项目管理，项目经理知道什么</a:t>
          </a:r>
          <a:endParaRPr lang="en-US" dirty="0"/>
        </a:p>
      </dgm:t>
    </dgm:pt>
    <dgm:pt modelId="{9EF12583-86BF-4299-B81C-11D7293B62C2}" type="parTrans" cxnId="{CFAB7E20-28C8-48F7-852D-23A6A9CEAD64}">
      <dgm:prSet/>
      <dgm:spPr/>
      <dgm:t>
        <a:bodyPr/>
        <a:lstStyle/>
        <a:p>
          <a:endParaRPr lang="zh-CN" altLang="en-US"/>
        </a:p>
      </dgm:t>
    </dgm:pt>
    <dgm:pt modelId="{4DBCA25B-39BF-4506-8B4C-58EE0C1B605C}" type="sibTrans" cxnId="{CFAB7E20-28C8-48F7-852D-23A6A9CEAD64}">
      <dgm:prSet/>
      <dgm:spPr/>
      <dgm:t>
        <a:bodyPr/>
        <a:lstStyle/>
        <a:p>
          <a:endParaRPr lang="zh-CN" altLang="en-US"/>
        </a:p>
      </dgm:t>
    </dgm:pt>
    <dgm:pt modelId="{AE865FDA-8762-4318-BC1C-61742F40D0B0}">
      <dgm:prSet/>
      <dgm:spPr/>
      <dgm:t>
        <a:bodyPr/>
        <a:lstStyle/>
        <a:p>
          <a:pPr rtl="0"/>
          <a:r>
            <a:rPr lang="zh-CN" dirty="0" smtClean="0"/>
            <a:t>实践能力</a:t>
          </a:r>
          <a:endParaRPr lang="en-US" dirty="0"/>
        </a:p>
      </dgm:t>
    </dgm:pt>
    <dgm:pt modelId="{41F3BD68-AA21-46FD-B009-93D2C56252B6}" type="parTrans" cxnId="{F6E75F8F-C318-4C8C-8676-DAAC04F2EA30}">
      <dgm:prSet/>
      <dgm:spPr/>
      <dgm:t>
        <a:bodyPr/>
        <a:lstStyle/>
        <a:p>
          <a:endParaRPr lang="zh-CN" altLang="en-US"/>
        </a:p>
      </dgm:t>
    </dgm:pt>
    <dgm:pt modelId="{96309A25-7F3B-4FC8-B415-75E70CF665C3}" type="sibTrans" cxnId="{F6E75F8F-C318-4C8C-8676-DAAC04F2EA30}">
      <dgm:prSet/>
      <dgm:spPr/>
      <dgm:t>
        <a:bodyPr/>
        <a:lstStyle/>
        <a:p>
          <a:endParaRPr lang="zh-CN" altLang="en-US"/>
        </a:p>
      </dgm:t>
    </dgm:pt>
    <dgm:pt modelId="{5A702561-CA36-4039-8A5E-968B50A84556}">
      <dgm:prSet/>
      <dgm:spPr/>
      <dgm:t>
        <a:bodyPr/>
        <a:lstStyle/>
        <a:p>
          <a:pPr rtl="0"/>
          <a:r>
            <a:rPr lang="zh-CN" dirty="0" smtClean="0"/>
            <a:t>项目经理能够应用项目管理知识来做什么或实现什么</a:t>
          </a:r>
          <a:endParaRPr lang="en-US" dirty="0"/>
        </a:p>
      </dgm:t>
    </dgm:pt>
    <dgm:pt modelId="{E863CC8C-EF8F-42A8-B13E-4F60A8B04044}" type="parTrans" cxnId="{28CE1547-79EA-45A3-A3A2-6221DF00EF01}">
      <dgm:prSet/>
      <dgm:spPr/>
      <dgm:t>
        <a:bodyPr/>
        <a:lstStyle/>
        <a:p>
          <a:endParaRPr lang="zh-CN" altLang="en-US"/>
        </a:p>
      </dgm:t>
    </dgm:pt>
    <dgm:pt modelId="{A58D90BE-5EC1-4C4A-B08D-5D0C4733EEEE}" type="sibTrans" cxnId="{28CE1547-79EA-45A3-A3A2-6221DF00EF01}">
      <dgm:prSet/>
      <dgm:spPr/>
      <dgm:t>
        <a:bodyPr/>
        <a:lstStyle/>
        <a:p>
          <a:endParaRPr lang="zh-CN" altLang="en-US"/>
        </a:p>
      </dgm:t>
    </dgm:pt>
    <dgm:pt modelId="{C2F2F202-5265-491B-9171-02995DF1EA93}">
      <dgm:prSet/>
      <dgm:spPr/>
      <dgm:t>
        <a:bodyPr/>
        <a:lstStyle/>
        <a:p>
          <a:pPr rtl="0"/>
          <a:r>
            <a:rPr lang="zh-CN" dirty="0" smtClean="0"/>
            <a:t>个人素质</a:t>
          </a:r>
          <a:endParaRPr lang="en-US" dirty="0"/>
        </a:p>
      </dgm:t>
    </dgm:pt>
    <dgm:pt modelId="{B0D5C1AA-5198-4EB0-8E24-992423F61874}" type="parTrans" cxnId="{0E36EA94-E599-4ED6-B353-69792B3A5EC8}">
      <dgm:prSet/>
      <dgm:spPr/>
      <dgm:t>
        <a:bodyPr/>
        <a:lstStyle/>
        <a:p>
          <a:endParaRPr lang="zh-CN" altLang="en-US"/>
        </a:p>
      </dgm:t>
    </dgm:pt>
    <dgm:pt modelId="{39FC9707-7E4C-410F-B34E-6245CC4D5202}" type="sibTrans" cxnId="{0E36EA94-E599-4ED6-B353-69792B3A5EC8}">
      <dgm:prSet/>
      <dgm:spPr/>
      <dgm:t>
        <a:bodyPr/>
        <a:lstStyle/>
        <a:p>
          <a:endParaRPr lang="zh-CN" altLang="en-US"/>
        </a:p>
      </dgm:t>
    </dgm:pt>
    <dgm:pt modelId="{EEB8BAA9-10EE-4B02-BADF-B29C9343EBF9}">
      <dgm:prSet/>
      <dgm:spPr/>
      <dgm:t>
        <a:bodyPr/>
        <a:lstStyle/>
        <a:p>
          <a:pPr rtl="0"/>
          <a:r>
            <a:rPr lang="zh-CN" dirty="0" smtClean="0"/>
            <a:t>在执行项目或相关活动时，项目经理如何行动。个人素质包括态度、人格特征、领导力等</a:t>
          </a:r>
          <a:endParaRPr lang="zh-CN" dirty="0"/>
        </a:p>
      </dgm:t>
    </dgm:pt>
    <dgm:pt modelId="{50B4B742-E488-4BE8-8EDA-3BFB5D73666D}" type="parTrans" cxnId="{34834F1E-79BF-4802-BBD3-7645D3CCE14E}">
      <dgm:prSet/>
      <dgm:spPr/>
      <dgm:t>
        <a:bodyPr/>
        <a:lstStyle/>
        <a:p>
          <a:endParaRPr lang="zh-CN" altLang="en-US"/>
        </a:p>
      </dgm:t>
    </dgm:pt>
    <dgm:pt modelId="{AD5CB366-4C32-4602-BBAC-DFBE5CF9F4C5}" type="sibTrans" cxnId="{34834F1E-79BF-4802-BBD3-7645D3CCE14E}">
      <dgm:prSet/>
      <dgm:spPr/>
      <dgm:t>
        <a:bodyPr/>
        <a:lstStyle/>
        <a:p>
          <a:endParaRPr lang="zh-CN" altLang="en-US"/>
        </a:p>
      </dgm:t>
    </dgm:pt>
    <dgm:pt modelId="{85D6F6DA-C334-43D8-A53E-4C30AAE7B4B8}" type="pres">
      <dgm:prSet presAssocID="{89ECE88F-A060-4052-B65F-F2D544F360DB}" presName="Name0" presStyleCnt="0">
        <dgm:presLayoutVars>
          <dgm:dir/>
          <dgm:resizeHandles val="exact"/>
        </dgm:presLayoutVars>
      </dgm:prSet>
      <dgm:spPr/>
      <dgm:t>
        <a:bodyPr/>
        <a:lstStyle/>
        <a:p>
          <a:endParaRPr lang="zh-CN" altLang="en-US"/>
        </a:p>
      </dgm:t>
    </dgm:pt>
    <dgm:pt modelId="{15C1FDBF-7884-4519-9A63-5833E0B93E50}" type="pres">
      <dgm:prSet presAssocID="{89ECE88F-A060-4052-B65F-F2D544F360DB}" presName="fgShape" presStyleLbl="fgShp" presStyleIdx="0" presStyleCnt="1"/>
      <dgm:spPr/>
    </dgm:pt>
    <dgm:pt modelId="{3C9D453C-082D-4178-94BE-C2690450A5DE}" type="pres">
      <dgm:prSet presAssocID="{89ECE88F-A060-4052-B65F-F2D544F360DB}" presName="linComp" presStyleCnt="0"/>
      <dgm:spPr/>
    </dgm:pt>
    <dgm:pt modelId="{2E58F37B-1747-44D4-B6A5-AAE51812AC48}" type="pres">
      <dgm:prSet presAssocID="{756AFF30-47AF-4979-BB92-079082D7155B}" presName="compNode" presStyleCnt="0"/>
      <dgm:spPr/>
    </dgm:pt>
    <dgm:pt modelId="{B6DBD07F-90FE-4F0D-8BC7-91CA7D51A04C}" type="pres">
      <dgm:prSet presAssocID="{756AFF30-47AF-4979-BB92-079082D7155B}" presName="bkgdShape" presStyleLbl="node1" presStyleIdx="0" presStyleCnt="3"/>
      <dgm:spPr/>
      <dgm:t>
        <a:bodyPr/>
        <a:lstStyle/>
        <a:p>
          <a:endParaRPr lang="zh-CN" altLang="en-US"/>
        </a:p>
      </dgm:t>
    </dgm:pt>
    <dgm:pt modelId="{B76F1726-6915-45BC-834A-0BD226936EBD}" type="pres">
      <dgm:prSet presAssocID="{756AFF30-47AF-4979-BB92-079082D7155B}" presName="nodeTx" presStyleLbl="node1" presStyleIdx="0" presStyleCnt="3">
        <dgm:presLayoutVars>
          <dgm:bulletEnabled val="1"/>
        </dgm:presLayoutVars>
      </dgm:prSet>
      <dgm:spPr/>
      <dgm:t>
        <a:bodyPr/>
        <a:lstStyle/>
        <a:p>
          <a:endParaRPr lang="zh-CN" altLang="en-US"/>
        </a:p>
      </dgm:t>
    </dgm:pt>
    <dgm:pt modelId="{CB4C4BE4-C518-4C89-9E37-BA63DA6CA870}" type="pres">
      <dgm:prSet presAssocID="{756AFF30-47AF-4979-BB92-079082D7155B}" presName="invisiNode" presStyleLbl="node1" presStyleIdx="0" presStyleCnt="3"/>
      <dgm:spPr/>
    </dgm:pt>
    <dgm:pt modelId="{7F580C05-ED0E-4C1A-AF78-14606E922968}" type="pres">
      <dgm:prSet presAssocID="{756AFF30-47AF-4979-BB92-079082D7155B}" presName="imagNode" presStyleLbl="fgImgPlace1" presStyleIdx="0" presStyleCnt="3"/>
      <dgm:spPr>
        <a:blipFill rotWithShape="0">
          <a:blip xmlns:r="http://schemas.openxmlformats.org/officeDocument/2006/relationships" r:embed="rId1"/>
          <a:stretch>
            <a:fillRect/>
          </a:stretch>
        </a:blipFill>
      </dgm:spPr>
    </dgm:pt>
    <dgm:pt modelId="{D1E800E2-19BD-4BCC-A644-35567EE5D7FE}" type="pres">
      <dgm:prSet presAssocID="{BA9E0891-D8AF-4FAF-A0C2-EFA04324C35F}" presName="sibTrans" presStyleLbl="sibTrans2D1" presStyleIdx="0" presStyleCnt="0"/>
      <dgm:spPr/>
      <dgm:t>
        <a:bodyPr/>
        <a:lstStyle/>
        <a:p>
          <a:endParaRPr lang="zh-CN" altLang="en-US"/>
        </a:p>
      </dgm:t>
    </dgm:pt>
    <dgm:pt modelId="{FC45C93A-49AD-49EF-AF2C-F6118E653040}" type="pres">
      <dgm:prSet presAssocID="{AE865FDA-8762-4318-BC1C-61742F40D0B0}" presName="compNode" presStyleCnt="0"/>
      <dgm:spPr/>
    </dgm:pt>
    <dgm:pt modelId="{5DA14D5F-967A-4DB1-BB41-8867C420DDC4}" type="pres">
      <dgm:prSet presAssocID="{AE865FDA-8762-4318-BC1C-61742F40D0B0}" presName="bkgdShape" presStyleLbl="node1" presStyleIdx="1" presStyleCnt="3"/>
      <dgm:spPr/>
      <dgm:t>
        <a:bodyPr/>
        <a:lstStyle/>
        <a:p>
          <a:endParaRPr lang="zh-CN" altLang="en-US"/>
        </a:p>
      </dgm:t>
    </dgm:pt>
    <dgm:pt modelId="{3B600FC5-B569-4664-B84B-6961B5727DB3}" type="pres">
      <dgm:prSet presAssocID="{AE865FDA-8762-4318-BC1C-61742F40D0B0}" presName="nodeTx" presStyleLbl="node1" presStyleIdx="1" presStyleCnt="3">
        <dgm:presLayoutVars>
          <dgm:bulletEnabled val="1"/>
        </dgm:presLayoutVars>
      </dgm:prSet>
      <dgm:spPr/>
      <dgm:t>
        <a:bodyPr/>
        <a:lstStyle/>
        <a:p>
          <a:endParaRPr lang="zh-CN" altLang="en-US"/>
        </a:p>
      </dgm:t>
    </dgm:pt>
    <dgm:pt modelId="{A4A15941-BF94-433C-881D-163243926027}" type="pres">
      <dgm:prSet presAssocID="{AE865FDA-8762-4318-BC1C-61742F40D0B0}" presName="invisiNode" presStyleLbl="node1" presStyleIdx="1" presStyleCnt="3"/>
      <dgm:spPr/>
    </dgm:pt>
    <dgm:pt modelId="{FFF4A77F-5D5C-4526-A4C8-B1FF4BCFD291}" type="pres">
      <dgm:prSet presAssocID="{AE865FDA-8762-4318-BC1C-61742F40D0B0}" presName="imagNode" presStyleLbl="fgImgPlace1" presStyleIdx="1" presStyleCnt="3"/>
      <dgm:spPr>
        <a:blipFill rotWithShape="0">
          <a:blip xmlns:r="http://schemas.openxmlformats.org/officeDocument/2006/relationships" r:embed="rId2"/>
          <a:stretch>
            <a:fillRect/>
          </a:stretch>
        </a:blipFill>
      </dgm:spPr>
    </dgm:pt>
    <dgm:pt modelId="{F4023104-154B-4834-9966-39588DFAC541}" type="pres">
      <dgm:prSet presAssocID="{96309A25-7F3B-4FC8-B415-75E70CF665C3}" presName="sibTrans" presStyleLbl="sibTrans2D1" presStyleIdx="0" presStyleCnt="0"/>
      <dgm:spPr/>
      <dgm:t>
        <a:bodyPr/>
        <a:lstStyle/>
        <a:p>
          <a:endParaRPr lang="zh-CN" altLang="en-US"/>
        </a:p>
      </dgm:t>
    </dgm:pt>
    <dgm:pt modelId="{EAE262AF-9C2A-4CF1-8961-2124CFFED527}" type="pres">
      <dgm:prSet presAssocID="{C2F2F202-5265-491B-9171-02995DF1EA93}" presName="compNode" presStyleCnt="0"/>
      <dgm:spPr/>
    </dgm:pt>
    <dgm:pt modelId="{9B174451-4058-43F2-87B6-A9BCF4478B87}" type="pres">
      <dgm:prSet presAssocID="{C2F2F202-5265-491B-9171-02995DF1EA93}" presName="bkgdShape" presStyleLbl="node1" presStyleIdx="2" presStyleCnt="3"/>
      <dgm:spPr/>
      <dgm:t>
        <a:bodyPr/>
        <a:lstStyle/>
        <a:p>
          <a:endParaRPr lang="zh-CN" altLang="en-US"/>
        </a:p>
      </dgm:t>
    </dgm:pt>
    <dgm:pt modelId="{26C91DCF-CB2F-43F8-B0F2-4E64EC236421}" type="pres">
      <dgm:prSet presAssocID="{C2F2F202-5265-491B-9171-02995DF1EA93}" presName="nodeTx" presStyleLbl="node1" presStyleIdx="2" presStyleCnt="3">
        <dgm:presLayoutVars>
          <dgm:bulletEnabled val="1"/>
        </dgm:presLayoutVars>
      </dgm:prSet>
      <dgm:spPr/>
      <dgm:t>
        <a:bodyPr/>
        <a:lstStyle/>
        <a:p>
          <a:endParaRPr lang="zh-CN" altLang="en-US"/>
        </a:p>
      </dgm:t>
    </dgm:pt>
    <dgm:pt modelId="{2D2D1202-FC3F-4883-A77F-C32661714825}" type="pres">
      <dgm:prSet presAssocID="{C2F2F202-5265-491B-9171-02995DF1EA93}" presName="invisiNode" presStyleLbl="node1" presStyleIdx="2" presStyleCnt="3"/>
      <dgm:spPr/>
    </dgm:pt>
    <dgm:pt modelId="{E1883540-22B8-4E39-A041-D421BC62E3E4}" type="pres">
      <dgm:prSet presAssocID="{C2F2F202-5265-491B-9171-02995DF1EA93}" presName="imagNode" presStyleLbl="fgImgPlace1" presStyleIdx="2" presStyleCnt="3"/>
      <dgm:spPr>
        <a:blipFill rotWithShape="0">
          <a:blip xmlns:r="http://schemas.openxmlformats.org/officeDocument/2006/relationships" r:embed="rId3"/>
          <a:stretch>
            <a:fillRect/>
          </a:stretch>
        </a:blipFill>
      </dgm:spPr>
    </dgm:pt>
  </dgm:ptLst>
  <dgm:cxnLst>
    <dgm:cxn modelId="{B077B61C-2688-44C3-873D-AB4A2AF1F0F5}" type="presOf" srcId="{96309A25-7F3B-4FC8-B415-75E70CF665C3}" destId="{F4023104-154B-4834-9966-39588DFAC541}" srcOrd="0" destOrd="0" presId="urn:microsoft.com/office/officeart/2005/8/layout/hList7"/>
    <dgm:cxn modelId="{AC1661BB-94B9-4E8E-AE82-03610D38C18A}" type="presOf" srcId="{C2F2F202-5265-491B-9171-02995DF1EA93}" destId="{26C91DCF-CB2F-43F8-B0F2-4E64EC236421}" srcOrd="1" destOrd="0" presId="urn:microsoft.com/office/officeart/2005/8/layout/hList7"/>
    <dgm:cxn modelId="{EEE5D945-5F11-4B7B-8B10-F7853CB9765A}" type="presOf" srcId="{89ECE88F-A060-4052-B65F-F2D544F360DB}" destId="{85D6F6DA-C334-43D8-A53E-4C30AAE7B4B8}" srcOrd="0" destOrd="0" presId="urn:microsoft.com/office/officeart/2005/8/layout/hList7"/>
    <dgm:cxn modelId="{F7412BBF-E719-4D1C-A079-CBD51AD6AC36}" type="presOf" srcId="{C2F2F202-5265-491B-9171-02995DF1EA93}" destId="{9B174451-4058-43F2-87B6-A9BCF4478B87}" srcOrd="0" destOrd="0" presId="urn:microsoft.com/office/officeart/2005/8/layout/hList7"/>
    <dgm:cxn modelId="{F6E75F8F-C318-4C8C-8676-DAAC04F2EA30}" srcId="{89ECE88F-A060-4052-B65F-F2D544F360DB}" destId="{AE865FDA-8762-4318-BC1C-61742F40D0B0}" srcOrd="1" destOrd="0" parTransId="{41F3BD68-AA21-46FD-B009-93D2C56252B6}" sibTransId="{96309A25-7F3B-4FC8-B415-75E70CF665C3}"/>
    <dgm:cxn modelId="{A2AEDBFA-61C5-41E4-A158-93433DE64A01}" type="presOf" srcId="{5A702561-CA36-4039-8A5E-968B50A84556}" destId="{5DA14D5F-967A-4DB1-BB41-8867C420DDC4}" srcOrd="0" destOrd="1" presId="urn:microsoft.com/office/officeart/2005/8/layout/hList7"/>
    <dgm:cxn modelId="{371FCDFC-1413-42D7-ACEA-112AB9C65E82}" srcId="{89ECE88F-A060-4052-B65F-F2D544F360DB}" destId="{756AFF30-47AF-4979-BB92-079082D7155B}" srcOrd="0" destOrd="0" parTransId="{E2281B15-4285-4B1B-8F9A-D96D8130B77A}" sibTransId="{BA9E0891-D8AF-4FAF-A0C2-EFA04324C35F}"/>
    <dgm:cxn modelId="{4100D29A-3916-47FC-9ABC-4960E4F34C59}" type="presOf" srcId="{5A702561-CA36-4039-8A5E-968B50A84556}" destId="{3B600FC5-B569-4664-B84B-6961B5727DB3}" srcOrd="1" destOrd="1" presId="urn:microsoft.com/office/officeart/2005/8/layout/hList7"/>
    <dgm:cxn modelId="{44B4BE3B-3EC3-403D-BC82-743942BB8187}" type="presOf" srcId="{756AFF30-47AF-4979-BB92-079082D7155B}" destId="{B6DBD07F-90FE-4F0D-8BC7-91CA7D51A04C}" srcOrd="0" destOrd="0" presId="urn:microsoft.com/office/officeart/2005/8/layout/hList7"/>
    <dgm:cxn modelId="{CFAB7E20-28C8-48F7-852D-23A6A9CEAD64}" srcId="{756AFF30-47AF-4979-BB92-079082D7155B}" destId="{2E93E35D-FABB-48F9-8083-0DDA8D9CE31D}" srcOrd="0" destOrd="0" parTransId="{9EF12583-86BF-4299-B81C-11D7293B62C2}" sibTransId="{4DBCA25B-39BF-4506-8B4C-58EE0C1B605C}"/>
    <dgm:cxn modelId="{792B1B1F-4E6D-4E2F-BE6C-22C384862BC3}" type="presOf" srcId="{AE865FDA-8762-4318-BC1C-61742F40D0B0}" destId="{5DA14D5F-967A-4DB1-BB41-8867C420DDC4}" srcOrd="0" destOrd="0" presId="urn:microsoft.com/office/officeart/2005/8/layout/hList7"/>
    <dgm:cxn modelId="{3D082F4B-CC63-4AFD-B1FF-0AA39F319FDA}" type="presOf" srcId="{756AFF30-47AF-4979-BB92-079082D7155B}" destId="{B76F1726-6915-45BC-834A-0BD226936EBD}" srcOrd="1" destOrd="0" presId="urn:microsoft.com/office/officeart/2005/8/layout/hList7"/>
    <dgm:cxn modelId="{E4272566-557A-432F-9B89-865815C743BC}" type="presOf" srcId="{EEB8BAA9-10EE-4B02-BADF-B29C9343EBF9}" destId="{9B174451-4058-43F2-87B6-A9BCF4478B87}" srcOrd="0" destOrd="1" presId="urn:microsoft.com/office/officeart/2005/8/layout/hList7"/>
    <dgm:cxn modelId="{435AD00B-6327-463F-A25B-ED88C8AD9E27}" type="presOf" srcId="{2E93E35D-FABB-48F9-8083-0DDA8D9CE31D}" destId="{B76F1726-6915-45BC-834A-0BD226936EBD}" srcOrd="1" destOrd="1" presId="urn:microsoft.com/office/officeart/2005/8/layout/hList7"/>
    <dgm:cxn modelId="{7F383FAC-9FF8-46FC-9331-2379DD86CCF8}" type="presOf" srcId="{BA9E0891-D8AF-4FAF-A0C2-EFA04324C35F}" destId="{D1E800E2-19BD-4BCC-A644-35567EE5D7FE}" srcOrd="0" destOrd="0" presId="urn:microsoft.com/office/officeart/2005/8/layout/hList7"/>
    <dgm:cxn modelId="{69B0D20D-D455-46CB-8E0D-8F8E32F80098}" type="presOf" srcId="{AE865FDA-8762-4318-BC1C-61742F40D0B0}" destId="{3B600FC5-B569-4664-B84B-6961B5727DB3}" srcOrd="1" destOrd="0" presId="urn:microsoft.com/office/officeart/2005/8/layout/hList7"/>
    <dgm:cxn modelId="{34834F1E-79BF-4802-BBD3-7645D3CCE14E}" srcId="{C2F2F202-5265-491B-9171-02995DF1EA93}" destId="{EEB8BAA9-10EE-4B02-BADF-B29C9343EBF9}" srcOrd="0" destOrd="0" parTransId="{50B4B742-E488-4BE8-8EDA-3BFB5D73666D}" sibTransId="{AD5CB366-4C32-4602-BBAC-DFBE5CF9F4C5}"/>
    <dgm:cxn modelId="{0E36EA94-E599-4ED6-B353-69792B3A5EC8}" srcId="{89ECE88F-A060-4052-B65F-F2D544F360DB}" destId="{C2F2F202-5265-491B-9171-02995DF1EA93}" srcOrd="2" destOrd="0" parTransId="{B0D5C1AA-5198-4EB0-8E24-992423F61874}" sibTransId="{39FC9707-7E4C-410F-B34E-6245CC4D5202}"/>
    <dgm:cxn modelId="{70171297-11EA-42CB-B299-D2D6388F1C32}" type="presOf" srcId="{2E93E35D-FABB-48F9-8083-0DDA8D9CE31D}" destId="{B6DBD07F-90FE-4F0D-8BC7-91CA7D51A04C}" srcOrd="0" destOrd="1" presId="urn:microsoft.com/office/officeart/2005/8/layout/hList7"/>
    <dgm:cxn modelId="{28CE1547-79EA-45A3-A3A2-6221DF00EF01}" srcId="{AE865FDA-8762-4318-BC1C-61742F40D0B0}" destId="{5A702561-CA36-4039-8A5E-968B50A84556}" srcOrd="0" destOrd="0" parTransId="{E863CC8C-EF8F-42A8-B13E-4F60A8B04044}" sibTransId="{A58D90BE-5EC1-4C4A-B08D-5D0C4733EEEE}"/>
    <dgm:cxn modelId="{6797AB49-1F74-41BA-96DE-9D2F116CDE1E}" type="presOf" srcId="{EEB8BAA9-10EE-4B02-BADF-B29C9343EBF9}" destId="{26C91DCF-CB2F-43F8-B0F2-4E64EC236421}" srcOrd="1" destOrd="1" presId="urn:microsoft.com/office/officeart/2005/8/layout/hList7"/>
    <dgm:cxn modelId="{3CE3311B-BF12-4DC0-8706-4E1135ACDE90}" type="presParOf" srcId="{85D6F6DA-C334-43D8-A53E-4C30AAE7B4B8}" destId="{15C1FDBF-7884-4519-9A63-5833E0B93E50}" srcOrd="0" destOrd="0" presId="urn:microsoft.com/office/officeart/2005/8/layout/hList7"/>
    <dgm:cxn modelId="{FB3F14A2-52A6-4701-BF48-6FE0EEC64FD0}" type="presParOf" srcId="{85D6F6DA-C334-43D8-A53E-4C30AAE7B4B8}" destId="{3C9D453C-082D-4178-94BE-C2690450A5DE}" srcOrd="1" destOrd="0" presId="urn:microsoft.com/office/officeart/2005/8/layout/hList7"/>
    <dgm:cxn modelId="{C7C14FAD-4BA5-49D4-9808-3C231E72698E}" type="presParOf" srcId="{3C9D453C-082D-4178-94BE-C2690450A5DE}" destId="{2E58F37B-1747-44D4-B6A5-AAE51812AC48}" srcOrd="0" destOrd="0" presId="urn:microsoft.com/office/officeart/2005/8/layout/hList7"/>
    <dgm:cxn modelId="{BBAC1EA3-A0E5-426D-8704-583045EF013C}" type="presParOf" srcId="{2E58F37B-1747-44D4-B6A5-AAE51812AC48}" destId="{B6DBD07F-90FE-4F0D-8BC7-91CA7D51A04C}" srcOrd="0" destOrd="0" presId="urn:microsoft.com/office/officeart/2005/8/layout/hList7"/>
    <dgm:cxn modelId="{18E74DC2-C10C-4740-BD94-C1F6AFBCA774}" type="presParOf" srcId="{2E58F37B-1747-44D4-B6A5-AAE51812AC48}" destId="{B76F1726-6915-45BC-834A-0BD226936EBD}" srcOrd="1" destOrd="0" presId="urn:microsoft.com/office/officeart/2005/8/layout/hList7"/>
    <dgm:cxn modelId="{B7C4B77B-5C78-4BF0-B70B-17F5B0B71BD2}" type="presParOf" srcId="{2E58F37B-1747-44D4-B6A5-AAE51812AC48}" destId="{CB4C4BE4-C518-4C89-9E37-BA63DA6CA870}" srcOrd="2" destOrd="0" presId="urn:microsoft.com/office/officeart/2005/8/layout/hList7"/>
    <dgm:cxn modelId="{31E39A80-10D5-4AD5-9BC4-A6E25ABD6145}" type="presParOf" srcId="{2E58F37B-1747-44D4-B6A5-AAE51812AC48}" destId="{7F580C05-ED0E-4C1A-AF78-14606E922968}" srcOrd="3" destOrd="0" presId="urn:microsoft.com/office/officeart/2005/8/layout/hList7"/>
    <dgm:cxn modelId="{EB452759-9F57-4771-9F9B-6CCF75CA6760}" type="presParOf" srcId="{3C9D453C-082D-4178-94BE-C2690450A5DE}" destId="{D1E800E2-19BD-4BCC-A644-35567EE5D7FE}" srcOrd="1" destOrd="0" presId="urn:microsoft.com/office/officeart/2005/8/layout/hList7"/>
    <dgm:cxn modelId="{367AD6C0-2C18-4E14-BFCF-538BFFC441AD}" type="presParOf" srcId="{3C9D453C-082D-4178-94BE-C2690450A5DE}" destId="{FC45C93A-49AD-49EF-AF2C-F6118E653040}" srcOrd="2" destOrd="0" presId="urn:microsoft.com/office/officeart/2005/8/layout/hList7"/>
    <dgm:cxn modelId="{5B409A79-BA43-4100-B616-4A379EB49732}" type="presParOf" srcId="{FC45C93A-49AD-49EF-AF2C-F6118E653040}" destId="{5DA14D5F-967A-4DB1-BB41-8867C420DDC4}" srcOrd="0" destOrd="0" presId="urn:microsoft.com/office/officeart/2005/8/layout/hList7"/>
    <dgm:cxn modelId="{DF659882-3485-452C-97EA-A8C678F6C90C}" type="presParOf" srcId="{FC45C93A-49AD-49EF-AF2C-F6118E653040}" destId="{3B600FC5-B569-4664-B84B-6961B5727DB3}" srcOrd="1" destOrd="0" presId="urn:microsoft.com/office/officeart/2005/8/layout/hList7"/>
    <dgm:cxn modelId="{AE01D4FA-9F1E-4E0F-9942-BCAC8C91FD42}" type="presParOf" srcId="{FC45C93A-49AD-49EF-AF2C-F6118E653040}" destId="{A4A15941-BF94-433C-881D-163243926027}" srcOrd="2" destOrd="0" presId="urn:microsoft.com/office/officeart/2005/8/layout/hList7"/>
    <dgm:cxn modelId="{B6A389E9-45C5-420C-9D3F-A0271F383AE3}" type="presParOf" srcId="{FC45C93A-49AD-49EF-AF2C-F6118E653040}" destId="{FFF4A77F-5D5C-4526-A4C8-B1FF4BCFD291}" srcOrd="3" destOrd="0" presId="urn:microsoft.com/office/officeart/2005/8/layout/hList7"/>
    <dgm:cxn modelId="{37AB1014-9202-43A5-8868-3626958AC112}" type="presParOf" srcId="{3C9D453C-082D-4178-94BE-C2690450A5DE}" destId="{F4023104-154B-4834-9966-39588DFAC541}" srcOrd="3" destOrd="0" presId="urn:microsoft.com/office/officeart/2005/8/layout/hList7"/>
    <dgm:cxn modelId="{A8EC23CC-4B2F-45ED-B8F2-5CE1E3CDA26D}" type="presParOf" srcId="{3C9D453C-082D-4178-94BE-C2690450A5DE}" destId="{EAE262AF-9C2A-4CF1-8961-2124CFFED527}" srcOrd="4" destOrd="0" presId="urn:microsoft.com/office/officeart/2005/8/layout/hList7"/>
    <dgm:cxn modelId="{88221686-5FDF-4F6B-8F3D-EB4F33B047BE}" type="presParOf" srcId="{EAE262AF-9C2A-4CF1-8961-2124CFFED527}" destId="{9B174451-4058-43F2-87B6-A9BCF4478B87}" srcOrd="0" destOrd="0" presId="urn:microsoft.com/office/officeart/2005/8/layout/hList7"/>
    <dgm:cxn modelId="{8982FB75-F160-4A85-A665-ABB549E6D5B9}" type="presParOf" srcId="{EAE262AF-9C2A-4CF1-8961-2124CFFED527}" destId="{26C91DCF-CB2F-43F8-B0F2-4E64EC236421}" srcOrd="1" destOrd="0" presId="urn:microsoft.com/office/officeart/2005/8/layout/hList7"/>
    <dgm:cxn modelId="{FDE1F2E9-C8E9-4FB3-9592-C0CC993B5341}" type="presParOf" srcId="{EAE262AF-9C2A-4CF1-8961-2124CFFED527}" destId="{2D2D1202-FC3F-4883-A77F-C32661714825}" srcOrd="2" destOrd="0" presId="urn:microsoft.com/office/officeart/2005/8/layout/hList7"/>
    <dgm:cxn modelId="{C5F198BC-ECB0-43DD-BDB8-F97A2974C1AC}" type="presParOf" srcId="{EAE262AF-9C2A-4CF1-8961-2124CFFED527}" destId="{E1883540-22B8-4E39-A041-D421BC62E3E4}" srcOrd="3" destOrd="0" presId="urn:microsoft.com/office/officeart/2005/8/layout/hList7"/>
  </dgm:cxnLst>
  <dgm:bg/>
  <dgm:whole/>
</dgm:dataModel>
</file>

<file path=ppt/diagrams/data27.xml><?xml version="1.0" encoding="utf-8"?>
<dgm:dataModel xmlns:dgm="http://schemas.openxmlformats.org/drawingml/2006/diagram" xmlns:a="http://schemas.openxmlformats.org/drawingml/2006/main">
  <dgm:ptLst>
    <dgm:pt modelId="{573AA36B-1678-4B3A-9108-931EBD6ED8D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zh-CN" altLang="en-US"/>
        </a:p>
      </dgm:t>
    </dgm:pt>
    <dgm:pt modelId="{44D27965-5516-48FF-A8D0-11002F169C1A}">
      <dgm:prSet/>
      <dgm:spPr/>
      <dgm:t>
        <a:bodyPr/>
        <a:lstStyle/>
        <a:p>
          <a:pPr algn="ctr" rtl="0"/>
          <a:r>
            <a:rPr lang="zh-CN" dirty="0" smtClean="0"/>
            <a:t>尊重</a:t>
          </a:r>
          <a:endParaRPr lang="en-US" dirty="0"/>
        </a:p>
      </dgm:t>
    </dgm:pt>
    <dgm:pt modelId="{09A7A1EB-349A-464A-BD67-E2ABE8EB89A6}" type="parTrans" cxnId="{AC448F4D-4731-4D3A-A68B-6287297ECEEC}">
      <dgm:prSet/>
      <dgm:spPr/>
      <dgm:t>
        <a:bodyPr/>
        <a:lstStyle/>
        <a:p>
          <a:pPr algn="ctr"/>
          <a:endParaRPr lang="zh-CN" altLang="en-US"/>
        </a:p>
      </dgm:t>
    </dgm:pt>
    <dgm:pt modelId="{F91C709C-B2D1-48B7-9F55-521CD96C5EBA}" type="sibTrans" cxnId="{AC448F4D-4731-4D3A-A68B-6287297ECEEC}">
      <dgm:prSet/>
      <dgm:spPr/>
      <dgm:t>
        <a:bodyPr/>
        <a:lstStyle/>
        <a:p>
          <a:pPr algn="ctr"/>
          <a:endParaRPr lang="zh-CN" altLang="en-US"/>
        </a:p>
      </dgm:t>
    </dgm:pt>
    <dgm:pt modelId="{EC3F28BC-C68A-476C-A13E-4FCDA437083C}">
      <dgm:prSet/>
      <dgm:spPr/>
      <dgm:t>
        <a:bodyPr/>
        <a:lstStyle/>
        <a:p>
          <a:pPr algn="ctr" rtl="0"/>
          <a:r>
            <a:rPr lang="zh-CN" dirty="0" smtClean="0"/>
            <a:t>理解</a:t>
          </a:r>
          <a:endParaRPr lang="en-US" dirty="0"/>
        </a:p>
      </dgm:t>
    </dgm:pt>
    <dgm:pt modelId="{B15E2DBB-A856-42CB-A3D0-D927F13AB254}" type="parTrans" cxnId="{D92BBB8E-DFBF-49F3-9395-739063913AEF}">
      <dgm:prSet/>
      <dgm:spPr/>
      <dgm:t>
        <a:bodyPr/>
        <a:lstStyle/>
        <a:p>
          <a:pPr algn="ctr"/>
          <a:endParaRPr lang="zh-CN" altLang="en-US"/>
        </a:p>
      </dgm:t>
    </dgm:pt>
    <dgm:pt modelId="{FE78F1EF-D66D-44DD-A219-7F47181B0519}" type="sibTrans" cxnId="{D92BBB8E-DFBF-49F3-9395-739063913AEF}">
      <dgm:prSet/>
      <dgm:spPr/>
      <dgm:t>
        <a:bodyPr/>
        <a:lstStyle/>
        <a:p>
          <a:pPr algn="ctr"/>
          <a:endParaRPr lang="zh-CN" altLang="en-US"/>
        </a:p>
      </dgm:t>
    </dgm:pt>
    <dgm:pt modelId="{E767B05F-FEC4-4F48-B3E6-B1B84BAAD444}">
      <dgm:prSet/>
      <dgm:spPr/>
      <dgm:t>
        <a:bodyPr/>
        <a:lstStyle/>
        <a:p>
          <a:pPr algn="ctr" rtl="0"/>
          <a:r>
            <a:rPr lang="zh-CN" dirty="0" smtClean="0"/>
            <a:t>宽容</a:t>
          </a:r>
          <a:endParaRPr lang="en-US" dirty="0"/>
        </a:p>
      </dgm:t>
    </dgm:pt>
    <dgm:pt modelId="{02898118-AAF4-41FD-95E5-E8B0BBE47E9B}" type="parTrans" cxnId="{D40BFB29-917C-4865-9FBC-4B9375A4063B}">
      <dgm:prSet/>
      <dgm:spPr/>
      <dgm:t>
        <a:bodyPr/>
        <a:lstStyle/>
        <a:p>
          <a:pPr algn="ctr"/>
          <a:endParaRPr lang="zh-CN" altLang="en-US"/>
        </a:p>
      </dgm:t>
    </dgm:pt>
    <dgm:pt modelId="{017403C7-D7D3-4FC9-A201-3C70397F74A1}" type="sibTrans" cxnId="{D40BFB29-917C-4865-9FBC-4B9375A4063B}">
      <dgm:prSet/>
      <dgm:spPr/>
      <dgm:t>
        <a:bodyPr/>
        <a:lstStyle/>
        <a:p>
          <a:pPr algn="ctr"/>
          <a:endParaRPr lang="zh-CN" altLang="en-US"/>
        </a:p>
      </dgm:t>
    </dgm:pt>
    <dgm:pt modelId="{BA03F338-7760-47DA-8D4B-84B490280572}">
      <dgm:prSet/>
      <dgm:spPr/>
      <dgm:t>
        <a:bodyPr/>
        <a:lstStyle/>
        <a:p>
          <a:pPr algn="ctr" rtl="0"/>
          <a:r>
            <a:rPr lang="zh-CN" dirty="0" smtClean="0"/>
            <a:t>感恩</a:t>
          </a:r>
          <a:endParaRPr lang="en-US" dirty="0"/>
        </a:p>
      </dgm:t>
    </dgm:pt>
    <dgm:pt modelId="{B726CF42-1DA2-474C-A8AC-A27AFA7E4C75}" type="parTrans" cxnId="{C7670AFD-9D83-4486-AE53-5AE2641065AC}">
      <dgm:prSet/>
      <dgm:spPr/>
      <dgm:t>
        <a:bodyPr/>
        <a:lstStyle/>
        <a:p>
          <a:pPr algn="ctr"/>
          <a:endParaRPr lang="zh-CN" altLang="en-US"/>
        </a:p>
      </dgm:t>
    </dgm:pt>
    <dgm:pt modelId="{EF62B4EA-B0F1-41A3-A578-2452A4B59F89}" type="sibTrans" cxnId="{C7670AFD-9D83-4486-AE53-5AE2641065AC}">
      <dgm:prSet/>
      <dgm:spPr/>
      <dgm:t>
        <a:bodyPr/>
        <a:lstStyle/>
        <a:p>
          <a:pPr algn="ctr"/>
          <a:endParaRPr lang="zh-CN" altLang="en-US"/>
        </a:p>
      </dgm:t>
    </dgm:pt>
    <dgm:pt modelId="{A5F4CCB6-48D5-4344-9E44-6BD6F5C15102}">
      <dgm:prSet/>
      <dgm:spPr/>
      <dgm:t>
        <a:bodyPr/>
        <a:lstStyle/>
        <a:p>
          <a:pPr algn="ctr" rtl="0"/>
          <a:r>
            <a:rPr lang="zh-CN" dirty="0" smtClean="0"/>
            <a:t>进取</a:t>
          </a:r>
          <a:endParaRPr lang="en-US" dirty="0"/>
        </a:p>
      </dgm:t>
    </dgm:pt>
    <dgm:pt modelId="{A094A06E-3DE9-48F8-B837-7F11A731CD22}" type="parTrans" cxnId="{87C22AAB-E6EC-4473-BC4F-2A84FC619005}">
      <dgm:prSet/>
      <dgm:spPr/>
      <dgm:t>
        <a:bodyPr/>
        <a:lstStyle/>
        <a:p>
          <a:pPr algn="ctr"/>
          <a:endParaRPr lang="zh-CN" altLang="en-US"/>
        </a:p>
      </dgm:t>
    </dgm:pt>
    <dgm:pt modelId="{7EC96E8C-EEDF-430C-8785-E64398BFD5B4}" type="sibTrans" cxnId="{87C22AAB-E6EC-4473-BC4F-2A84FC619005}">
      <dgm:prSet/>
      <dgm:spPr/>
      <dgm:t>
        <a:bodyPr/>
        <a:lstStyle/>
        <a:p>
          <a:pPr algn="ctr"/>
          <a:endParaRPr lang="zh-CN" altLang="en-US"/>
        </a:p>
      </dgm:t>
    </dgm:pt>
    <dgm:pt modelId="{0627B440-4000-423F-B9A8-582AFAA2EF63}">
      <dgm:prSet/>
      <dgm:spPr/>
      <dgm:t>
        <a:bodyPr/>
        <a:lstStyle/>
        <a:p>
          <a:pPr algn="ctr" rtl="0"/>
          <a:r>
            <a:rPr lang="zh-CN" dirty="0" smtClean="0"/>
            <a:t>分享</a:t>
          </a:r>
          <a:endParaRPr lang="en-US" dirty="0"/>
        </a:p>
      </dgm:t>
    </dgm:pt>
    <dgm:pt modelId="{BA00FF5B-F7BE-427B-B682-05E64215BA3A}" type="parTrans" cxnId="{22B320CD-F42D-4916-B520-1F50003BEA67}">
      <dgm:prSet/>
      <dgm:spPr/>
      <dgm:t>
        <a:bodyPr/>
        <a:lstStyle/>
        <a:p>
          <a:pPr algn="ctr"/>
          <a:endParaRPr lang="zh-CN" altLang="en-US"/>
        </a:p>
      </dgm:t>
    </dgm:pt>
    <dgm:pt modelId="{6D3C7BC6-0F16-41F7-AFEE-CB4456A92F35}" type="sibTrans" cxnId="{22B320CD-F42D-4916-B520-1F50003BEA67}">
      <dgm:prSet/>
      <dgm:spPr/>
      <dgm:t>
        <a:bodyPr/>
        <a:lstStyle/>
        <a:p>
          <a:pPr algn="ctr"/>
          <a:endParaRPr lang="zh-CN" altLang="en-US"/>
        </a:p>
      </dgm:t>
    </dgm:pt>
    <dgm:pt modelId="{5C9E2265-5861-4128-B603-1D4112F419AC}">
      <dgm:prSet/>
      <dgm:spPr/>
      <dgm:t>
        <a:bodyPr/>
        <a:lstStyle/>
        <a:p>
          <a:pPr algn="ctr" rtl="0"/>
          <a:r>
            <a:rPr lang="zh-CN" dirty="0" smtClean="0"/>
            <a:t>快乐</a:t>
          </a:r>
          <a:endParaRPr lang="zh-CN" dirty="0"/>
        </a:p>
      </dgm:t>
    </dgm:pt>
    <dgm:pt modelId="{6BD8A91F-76FC-4289-8413-E71B26BFF206}" type="parTrans" cxnId="{6F0E2FDC-FA2C-47BB-B57B-722B46ABF96A}">
      <dgm:prSet/>
      <dgm:spPr/>
      <dgm:t>
        <a:bodyPr/>
        <a:lstStyle/>
        <a:p>
          <a:pPr algn="ctr"/>
          <a:endParaRPr lang="zh-CN" altLang="en-US"/>
        </a:p>
      </dgm:t>
    </dgm:pt>
    <dgm:pt modelId="{466925DA-41C6-48F7-BB98-892161BE0846}" type="sibTrans" cxnId="{6F0E2FDC-FA2C-47BB-B57B-722B46ABF96A}">
      <dgm:prSet/>
      <dgm:spPr/>
      <dgm:t>
        <a:bodyPr/>
        <a:lstStyle/>
        <a:p>
          <a:pPr algn="ctr"/>
          <a:endParaRPr lang="zh-CN" altLang="en-US"/>
        </a:p>
      </dgm:t>
    </dgm:pt>
    <dgm:pt modelId="{ABEC0C53-B115-4260-ADA0-93C1C98A0DAE}" type="pres">
      <dgm:prSet presAssocID="{573AA36B-1678-4B3A-9108-931EBD6ED8D7}" presName="linear" presStyleCnt="0">
        <dgm:presLayoutVars>
          <dgm:animLvl val="lvl"/>
          <dgm:resizeHandles val="exact"/>
        </dgm:presLayoutVars>
      </dgm:prSet>
      <dgm:spPr/>
      <dgm:t>
        <a:bodyPr/>
        <a:lstStyle/>
        <a:p>
          <a:endParaRPr lang="zh-CN" altLang="en-US"/>
        </a:p>
      </dgm:t>
    </dgm:pt>
    <dgm:pt modelId="{59F5F527-F7FE-4912-9AF9-A4E6B186E0FA}" type="pres">
      <dgm:prSet presAssocID="{44D27965-5516-48FF-A8D0-11002F169C1A}" presName="parentText" presStyleLbl="node1" presStyleIdx="0" presStyleCnt="7">
        <dgm:presLayoutVars>
          <dgm:chMax val="0"/>
          <dgm:bulletEnabled val="1"/>
        </dgm:presLayoutVars>
      </dgm:prSet>
      <dgm:spPr/>
      <dgm:t>
        <a:bodyPr/>
        <a:lstStyle/>
        <a:p>
          <a:endParaRPr lang="zh-CN" altLang="en-US"/>
        </a:p>
      </dgm:t>
    </dgm:pt>
    <dgm:pt modelId="{576A6E34-725B-475F-98F9-6CD3AF2C466F}" type="pres">
      <dgm:prSet presAssocID="{F91C709C-B2D1-48B7-9F55-521CD96C5EBA}" presName="spacer" presStyleCnt="0"/>
      <dgm:spPr/>
    </dgm:pt>
    <dgm:pt modelId="{977C1779-B0B1-4D51-81C7-9F534CCEA293}" type="pres">
      <dgm:prSet presAssocID="{EC3F28BC-C68A-476C-A13E-4FCDA437083C}" presName="parentText" presStyleLbl="node1" presStyleIdx="1" presStyleCnt="7">
        <dgm:presLayoutVars>
          <dgm:chMax val="0"/>
          <dgm:bulletEnabled val="1"/>
        </dgm:presLayoutVars>
      </dgm:prSet>
      <dgm:spPr/>
      <dgm:t>
        <a:bodyPr/>
        <a:lstStyle/>
        <a:p>
          <a:endParaRPr lang="zh-CN" altLang="en-US"/>
        </a:p>
      </dgm:t>
    </dgm:pt>
    <dgm:pt modelId="{63226BEF-369B-48C5-BA5F-0B0BB16E5967}" type="pres">
      <dgm:prSet presAssocID="{FE78F1EF-D66D-44DD-A219-7F47181B0519}" presName="spacer" presStyleCnt="0"/>
      <dgm:spPr/>
    </dgm:pt>
    <dgm:pt modelId="{D1D226C3-9227-4A74-AD83-6B2753B131EC}" type="pres">
      <dgm:prSet presAssocID="{E767B05F-FEC4-4F48-B3E6-B1B84BAAD444}" presName="parentText" presStyleLbl="node1" presStyleIdx="2" presStyleCnt="7">
        <dgm:presLayoutVars>
          <dgm:chMax val="0"/>
          <dgm:bulletEnabled val="1"/>
        </dgm:presLayoutVars>
      </dgm:prSet>
      <dgm:spPr/>
      <dgm:t>
        <a:bodyPr/>
        <a:lstStyle/>
        <a:p>
          <a:endParaRPr lang="zh-CN" altLang="en-US"/>
        </a:p>
      </dgm:t>
    </dgm:pt>
    <dgm:pt modelId="{1D253369-BF00-4A36-9CF9-5D9D44B91EEE}" type="pres">
      <dgm:prSet presAssocID="{017403C7-D7D3-4FC9-A201-3C70397F74A1}" presName="spacer" presStyleCnt="0"/>
      <dgm:spPr/>
    </dgm:pt>
    <dgm:pt modelId="{E919C000-492A-4F33-80D7-A30C189CC9A4}" type="pres">
      <dgm:prSet presAssocID="{BA03F338-7760-47DA-8D4B-84B490280572}" presName="parentText" presStyleLbl="node1" presStyleIdx="3" presStyleCnt="7">
        <dgm:presLayoutVars>
          <dgm:chMax val="0"/>
          <dgm:bulletEnabled val="1"/>
        </dgm:presLayoutVars>
      </dgm:prSet>
      <dgm:spPr/>
      <dgm:t>
        <a:bodyPr/>
        <a:lstStyle/>
        <a:p>
          <a:endParaRPr lang="zh-CN" altLang="en-US"/>
        </a:p>
      </dgm:t>
    </dgm:pt>
    <dgm:pt modelId="{90CA11BF-779D-4930-8A03-916566D84684}" type="pres">
      <dgm:prSet presAssocID="{EF62B4EA-B0F1-41A3-A578-2452A4B59F89}" presName="spacer" presStyleCnt="0"/>
      <dgm:spPr/>
    </dgm:pt>
    <dgm:pt modelId="{233A8E51-3FFC-4934-BDE6-E1DEBB52449E}" type="pres">
      <dgm:prSet presAssocID="{A5F4CCB6-48D5-4344-9E44-6BD6F5C15102}" presName="parentText" presStyleLbl="node1" presStyleIdx="4" presStyleCnt="7">
        <dgm:presLayoutVars>
          <dgm:chMax val="0"/>
          <dgm:bulletEnabled val="1"/>
        </dgm:presLayoutVars>
      </dgm:prSet>
      <dgm:spPr/>
      <dgm:t>
        <a:bodyPr/>
        <a:lstStyle/>
        <a:p>
          <a:endParaRPr lang="zh-CN" altLang="en-US"/>
        </a:p>
      </dgm:t>
    </dgm:pt>
    <dgm:pt modelId="{1CC7347E-F8BF-4B51-A29E-984B8165DCEA}" type="pres">
      <dgm:prSet presAssocID="{7EC96E8C-EEDF-430C-8785-E64398BFD5B4}" presName="spacer" presStyleCnt="0"/>
      <dgm:spPr/>
    </dgm:pt>
    <dgm:pt modelId="{E7E9847F-DF98-4D99-A94B-494A96354C38}" type="pres">
      <dgm:prSet presAssocID="{0627B440-4000-423F-B9A8-582AFAA2EF63}" presName="parentText" presStyleLbl="node1" presStyleIdx="5" presStyleCnt="7">
        <dgm:presLayoutVars>
          <dgm:chMax val="0"/>
          <dgm:bulletEnabled val="1"/>
        </dgm:presLayoutVars>
      </dgm:prSet>
      <dgm:spPr/>
      <dgm:t>
        <a:bodyPr/>
        <a:lstStyle/>
        <a:p>
          <a:endParaRPr lang="zh-CN" altLang="en-US"/>
        </a:p>
      </dgm:t>
    </dgm:pt>
    <dgm:pt modelId="{183A05B9-3C52-41FD-A38A-D3FCF59ED58D}" type="pres">
      <dgm:prSet presAssocID="{6D3C7BC6-0F16-41F7-AFEE-CB4456A92F35}" presName="spacer" presStyleCnt="0"/>
      <dgm:spPr/>
    </dgm:pt>
    <dgm:pt modelId="{59E9613B-7765-4D63-82BD-8A244835C099}" type="pres">
      <dgm:prSet presAssocID="{5C9E2265-5861-4128-B603-1D4112F419AC}" presName="parentText" presStyleLbl="node1" presStyleIdx="6" presStyleCnt="7">
        <dgm:presLayoutVars>
          <dgm:chMax val="0"/>
          <dgm:bulletEnabled val="1"/>
        </dgm:presLayoutVars>
      </dgm:prSet>
      <dgm:spPr/>
      <dgm:t>
        <a:bodyPr/>
        <a:lstStyle/>
        <a:p>
          <a:endParaRPr lang="zh-CN" altLang="en-US"/>
        </a:p>
      </dgm:t>
    </dgm:pt>
  </dgm:ptLst>
  <dgm:cxnLst>
    <dgm:cxn modelId="{0FFE6D2E-C6AF-4ED4-A834-C58E5296FB7F}" type="presOf" srcId="{44D27965-5516-48FF-A8D0-11002F169C1A}" destId="{59F5F527-F7FE-4912-9AF9-A4E6B186E0FA}" srcOrd="0" destOrd="0" presId="urn:microsoft.com/office/officeart/2005/8/layout/vList2"/>
    <dgm:cxn modelId="{983D9BDB-6260-4296-9365-01C945BB9247}" type="presOf" srcId="{5C9E2265-5861-4128-B603-1D4112F419AC}" destId="{59E9613B-7765-4D63-82BD-8A244835C099}" srcOrd="0" destOrd="0" presId="urn:microsoft.com/office/officeart/2005/8/layout/vList2"/>
    <dgm:cxn modelId="{87C22AAB-E6EC-4473-BC4F-2A84FC619005}" srcId="{573AA36B-1678-4B3A-9108-931EBD6ED8D7}" destId="{A5F4CCB6-48D5-4344-9E44-6BD6F5C15102}" srcOrd="4" destOrd="0" parTransId="{A094A06E-3DE9-48F8-B837-7F11A731CD22}" sibTransId="{7EC96E8C-EEDF-430C-8785-E64398BFD5B4}"/>
    <dgm:cxn modelId="{37BF64E5-6B99-4BD9-8444-E69D0F978878}" type="presOf" srcId="{EC3F28BC-C68A-476C-A13E-4FCDA437083C}" destId="{977C1779-B0B1-4D51-81C7-9F534CCEA293}" srcOrd="0" destOrd="0" presId="urn:microsoft.com/office/officeart/2005/8/layout/vList2"/>
    <dgm:cxn modelId="{54EEB61A-1A04-4631-8359-35DC16DAEE89}" type="presOf" srcId="{BA03F338-7760-47DA-8D4B-84B490280572}" destId="{E919C000-492A-4F33-80D7-A30C189CC9A4}" srcOrd="0" destOrd="0" presId="urn:microsoft.com/office/officeart/2005/8/layout/vList2"/>
    <dgm:cxn modelId="{6F0E2FDC-FA2C-47BB-B57B-722B46ABF96A}" srcId="{573AA36B-1678-4B3A-9108-931EBD6ED8D7}" destId="{5C9E2265-5861-4128-B603-1D4112F419AC}" srcOrd="6" destOrd="0" parTransId="{6BD8A91F-76FC-4289-8413-E71B26BFF206}" sibTransId="{466925DA-41C6-48F7-BB98-892161BE0846}"/>
    <dgm:cxn modelId="{A92E6CA1-EDBA-4B48-AD24-6C58B904D1E2}" type="presOf" srcId="{A5F4CCB6-48D5-4344-9E44-6BD6F5C15102}" destId="{233A8E51-3FFC-4934-BDE6-E1DEBB52449E}" srcOrd="0" destOrd="0" presId="urn:microsoft.com/office/officeart/2005/8/layout/vList2"/>
    <dgm:cxn modelId="{C7670AFD-9D83-4486-AE53-5AE2641065AC}" srcId="{573AA36B-1678-4B3A-9108-931EBD6ED8D7}" destId="{BA03F338-7760-47DA-8D4B-84B490280572}" srcOrd="3" destOrd="0" parTransId="{B726CF42-1DA2-474C-A8AC-A27AFA7E4C75}" sibTransId="{EF62B4EA-B0F1-41A3-A578-2452A4B59F89}"/>
    <dgm:cxn modelId="{85458406-53E3-4E8F-8046-04306A7F8041}" type="presOf" srcId="{0627B440-4000-423F-B9A8-582AFAA2EF63}" destId="{E7E9847F-DF98-4D99-A94B-494A96354C38}" srcOrd="0" destOrd="0" presId="urn:microsoft.com/office/officeart/2005/8/layout/vList2"/>
    <dgm:cxn modelId="{559957CC-F002-41EE-B39A-3A13075D85B6}" type="presOf" srcId="{E767B05F-FEC4-4F48-B3E6-B1B84BAAD444}" destId="{D1D226C3-9227-4A74-AD83-6B2753B131EC}" srcOrd="0" destOrd="0" presId="urn:microsoft.com/office/officeart/2005/8/layout/vList2"/>
    <dgm:cxn modelId="{D92BBB8E-DFBF-49F3-9395-739063913AEF}" srcId="{573AA36B-1678-4B3A-9108-931EBD6ED8D7}" destId="{EC3F28BC-C68A-476C-A13E-4FCDA437083C}" srcOrd="1" destOrd="0" parTransId="{B15E2DBB-A856-42CB-A3D0-D927F13AB254}" sibTransId="{FE78F1EF-D66D-44DD-A219-7F47181B0519}"/>
    <dgm:cxn modelId="{22B320CD-F42D-4916-B520-1F50003BEA67}" srcId="{573AA36B-1678-4B3A-9108-931EBD6ED8D7}" destId="{0627B440-4000-423F-B9A8-582AFAA2EF63}" srcOrd="5" destOrd="0" parTransId="{BA00FF5B-F7BE-427B-B682-05E64215BA3A}" sibTransId="{6D3C7BC6-0F16-41F7-AFEE-CB4456A92F35}"/>
    <dgm:cxn modelId="{AC448F4D-4731-4D3A-A68B-6287297ECEEC}" srcId="{573AA36B-1678-4B3A-9108-931EBD6ED8D7}" destId="{44D27965-5516-48FF-A8D0-11002F169C1A}" srcOrd="0" destOrd="0" parTransId="{09A7A1EB-349A-464A-BD67-E2ABE8EB89A6}" sibTransId="{F91C709C-B2D1-48B7-9F55-521CD96C5EBA}"/>
    <dgm:cxn modelId="{D40BFB29-917C-4865-9FBC-4B9375A4063B}" srcId="{573AA36B-1678-4B3A-9108-931EBD6ED8D7}" destId="{E767B05F-FEC4-4F48-B3E6-B1B84BAAD444}" srcOrd="2" destOrd="0" parTransId="{02898118-AAF4-41FD-95E5-E8B0BBE47E9B}" sibTransId="{017403C7-D7D3-4FC9-A201-3C70397F74A1}"/>
    <dgm:cxn modelId="{D28F994C-0DD9-41F6-BC02-E312359339FA}" type="presOf" srcId="{573AA36B-1678-4B3A-9108-931EBD6ED8D7}" destId="{ABEC0C53-B115-4260-ADA0-93C1C98A0DAE}" srcOrd="0" destOrd="0" presId="urn:microsoft.com/office/officeart/2005/8/layout/vList2"/>
    <dgm:cxn modelId="{4DEDD738-CC65-4954-A3AD-B91818AA4D0E}" type="presParOf" srcId="{ABEC0C53-B115-4260-ADA0-93C1C98A0DAE}" destId="{59F5F527-F7FE-4912-9AF9-A4E6B186E0FA}" srcOrd="0" destOrd="0" presId="urn:microsoft.com/office/officeart/2005/8/layout/vList2"/>
    <dgm:cxn modelId="{993FA649-BC70-4837-B3C9-0A7E7A8B64D4}" type="presParOf" srcId="{ABEC0C53-B115-4260-ADA0-93C1C98A0DAE}" destId="{576A6E34-725B-475F-98F9-6CD3AF2C466F}" srcOrd="1" destOrd="0" presId="urn:microsoft.com/office/officeart/2005/8/layout/vList2"/>
    <dgm:cxn modelId="{7103FFF5-8F4F-4192-A9A1-35DEEB404BB4}" type="presParOf" srcId="{ABEC0C53-B115-4260-ADA0-93C1C98A0DAE}" destId="{977C1779-B0B1-4D51-81C7-9F534CCEA293}" srcOrd="2" destOrd="0" presId="urn:microsoft.com/office/officeart/2005/8/layout/vList2"/>
    <dgm:cxn modelId="{E621308A-8807-4A6B-BB4F-100E1EDF8E2E}" type="presParOf" srcId="{ABEC0C53-B115-4260-ADA0-93C1C98A0DAE}" destId="{63226BEF-369B-48C5-BA5F-0B0BB16E5967}" srcOrd="3" destOrd="0" presId="urn:microsoft.com/office/officeart/2005/8/layout/vList2"/>
    <dgm:cxn modelId="{012D3411-9BB3-4046-8660-D4A5428C9B4D}" type="presParOf" srcId="{ABEC0C53-B115-4260-ADA0-93C1C98A0DAE}" destId="{D1D226C3-9227-4A74-AD83-6B2753B131EC}" srcOrd="4" destOrd="0" presId="urn:microsoft.com/office/officeart/2005/8/layout/vList2"/>
    <dgm:cxn modelId="{C0C710EF-1653-43C0-9203-ADA4CC985E43}" type="presParOf" srcId="{ABEC0C53-B115-4260-ADA0-93C1C98A0DAE}" destId="{1D253369-BF00-4A36-9CF9-5D9D44B91EEE}" srcOrd="5" destOrd="0" presId="urn:microsoft.com/office/officeart/2005/8/layout/vList2"/>
    <dgm:cxn modelId="{19F7B989-2464-4C94-8873-407ED9E80881}" type="presParOf" srcId="{ABEC0C53-B115-4260-ADA0-93C1C98A0DAE}" destId="{E919C000-492A-4F33-80D7-A30C189CC9A4}" srcOrd="6" destOrd="0" presId="urn:microsoft.com/office/officeart/2005/8/layout/vList2"/>
    <dgm:cxn modelId="{A287F0DD-C120-4BA2-A128-547364595A55}" type="presParOf" srcId="{ABEC0C53-B115-4260-ADA0-93C1C98A0DAE}" destId="{90CA11BF-779D-4930-8A03-916566D84684}" srcOrd="7" destOrd="0" presId="urn:microsoft.com/office/officeart/2005/8/layout/vList2"/>
    <dgm:cxn modelId="{C2E0EF32-FB04-4AF7-8E6C-C084652DCAE7}" type="presParOf" srcId="{ABEC0C53-B115-4260-ADA0-93C1C98A0DAE}" destId="{233A8E51-3FFC-4934-BDE6-E1DEBB52449E}" srcOrd="8" destOrd="0" presId="urn:microsoft.com/office/officeart/2005/8/layout/vList2"/>
    <dgm:cxn modelId="{38E22CCB-B8DB-4E58-8089-03E9F0EF7257}" type="presParOf" srcId="{ABEC0C53-B115-4260-ADA0-93C1C98A0DAE}" destId="{1CC7347E-F8BF-4B51-A29E-984B8165DCEA}" srcOrd="9" destOrd="0" presId="urn:microsoft.com/office/officeart/2005/8/layout/vList2"/>
    <dgm:cxn modelId="{EE83F50C-BD63-4AFA-9E6D-80CF87826057}" type="presParOf" srcId="{ABEC0C53-B115-4260-ADA0-93C1C98A0DAE}" destId="{E7E9847F-DF98-4D99-A94B-494A96354C38}" srcOrd="10" destOrd="0" presId="urn:microsoft.com/office/officeart/2005/8/layout/vList2"/>
    <dgm:cxn modelId="{A486E021-1890-49B2-9110-C224C871DBD3}" type="presParOf" srcId="{ABEC0C53-B115-4260-ADA0-93C1C98A0DAE}" destId="{183A05B9-3C52-41FD-A38A-D3FCF59ED58D}" srcOrd="11" destOrd="0" presId="urn:microsoft.com/office/officeart/2005/8/layout/vList2"/>
    <dgm:cxn modelId="{CF408BFC-0958-4E2C-A429-232EF8142750}" type="presParOf" srcId="{ABEC0C53-B115-4260-ADA0-93C1C98A0DAE}" destId="{59E9613B-7765-4D63-82BD-8A244835C099}" srcOrd="12" destOrd="0" presId="urn:microsoft.com/office/officeart/2005/8/layout/vList2"/>
  </dgm:cxnLst>
  <dgm:bg/>
  <dgm:whole/>
</dgm:dataModel>
</file>

<file path=ppt/diagrams/data28.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七、一些思考</a:t>
          </a:r>
          <a:endParaRPr lang="zh-CN" altLang="en-US" sz="4000" dirty="0"/>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432923F7-DEC1-451A-B4C1-49A276D376E3}" srcId="{723F4E9A-15B0-40F0-AE31-3CCE57844F3B}" destId="{AB26C09D-67A0-4F1A-BD2A-D9B9F5B6A603}" srcOrd="0" destOrd="0" parTransId="{92920E7C-D058-45E8-970D-AF35958976DA}" sibTransId="{E5C8B5F1-27C4-4BAA-90F6-A05BF189ED80}"/>
    <dgm:cxn modelId="{E9A9801C-9A91-4323-8761-4407A29E43AF}" type="presOf" srcId="{723F4E9A-15B0-40F0-AE31-3CCE57844F3B}" destId="{9E239BDD-6367-4ED4-BB2F-2F994F692FA4}" srcOrd="0" destOrd="0" presId="urn:microsoft.com/office/officeart/2005/8/layout/vList2"/>
    <dgm:cxn modelId="{0FCB2A0C-726A-4CCB-995A-B8861706EA5D}" type="presOf" srcId="{AB26C09D-67A0-4F1A-BD2A-D9B9F5B6A603}" destId="{E17AD282-D8A2-4C27-B59E-D314B3292384}" srcOrd="0" destOrd="0" presId="urn:microsoft.com/office/officeart/2005/8/layout/vList2"/>
    <dgm:cxn modelId="{8E0E363C-82DA-495D-9BD4-2471E2EAC955}" type="presParOf" srcId="{9E239BDD-6367-4ED4-BB2F-2F994F692FA4}" destId="{E17AD282-D8A2-4C27-B59E-D314B3292384}" srcOrd="0" destOrd="0" presId="urn:microsoft.com/office/officeart/2005/8/layout/vList2"/>
  </dgm:cxnLst>
  <dgm:bg/>
  <dgm:whole/>
</dgm:dataModel>
</file>

<file path=ppt/diagrams/data29.xml><?xml version="1.0" encoding="utf-8"?>
<dgm:dataModel xmlns:dgm="http://schemas.openxmlformats.org/drawingml/2006/diagram" xmlns:a="http://schemas.openxmlformats.org/drawingml/2006/main">
  <dgm:ptLst>
    <dgm:pt modelId="{304CE93A-256D-44FE-A420-F0007B687BF3}"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zh-CN" altLang="en-US"/>
        </a:p>
      </dgm:t>
    </dgm:pt>
    <dgm:pt modelId="{10C0070B-48F3-4896-BD86-90B50AF8C290}">
      <dgm:prSet custT="1"/>
      <dgm:spPr/>
      <dgm:t>
        <a:bodyPr/>
        <a:lstStyle/>
        <a:p>
          <a:pPr rtl="0"/>
          <a:r>
            <a:rPr lang="zh-CN" sz="1400" dirty="0" smtClean="0"/>
            <a:t>今天学完以后我们应该如何运用？</a:t>
          </a:r>
          <a:endParaRPr lang="en-US" sz="1400" dirty="0"/>
        </a:p>
      </dgm:t>
    </dgm:pt>
    <dgm:pt modelId="{9821A806-3E2C-4045-8D0F-CAF62DEAD344}" type="parTrans" cxnId="{483124E7-4143-43FB-9725-5AF7872C00F3}">
      <dgm:prSet/>
      <dgm:spPr/>
      <dgm:t>
        <a:bodyPr/>
        <a:lstStyle/>
        <a:p>
          <a:endParaRPr lang="zh-CN" altLang="en-US" sz="1400"/>
        </a:p>
      </dgm:t>
    </dgm:pt>
    <dgm:pt modelId="{BEBB5C4C-0FB7-4340-AF74-2F5D7F253EDD}" type="sibTrans" cxnId="{483124E7-4143-43FB-9725-5AF7872C00F3}">
      <dgm:prSet/>
      <dgm:spPr/>
      <dgm:t>
        <a:bodyPr/>
        <a:lstStyle/>
        <a:p>
          <a:endParaRPr lang="zh-CN" altLang="en-US" sz="1400"/>
        </a:p>
      </dgm:t>
    </dgm:pt>
    <dgm:pt modelId="{990DC42F-D8EA-45A4-BD19-4AFBEE183800}">
      <dgm:prSet custT="1"/>
      <dgm:spPr/>
      <dgm:t>
        <a:bodyPr/>
        <a:lstStyle/>
        <a:p>
          <a:pPr rtl="0"/>
          <a:r>
            <a:rPr lang="zh-CN" sz="1400" dirty="0" smtClean="0"/>
            <a:t>我们要用观察的方法去工作</a:t>
          </a:r>
          <a:endParaRPr lang="en-US" sz="1400" dirty="0"/>
        </a:p>
      </dgm:t>
    </dgm:pt>
    <dgm:pt modelId="{76D73D1A-1419-4718-BA95-5B991DBB73EB}" type="parTrans" cxnId="{02C081BE-285E-457D-84CB-65962A0986E1}">
      <dgm:prSet/>
      <dgm:spPr/>
      <dgm:t>
        <a:bodyPr/>
        <a:lstStyle/>
        <a:p>
          <a:endParaRPr lang="zh-CN" altLang="en-US" sz="1400"/>
        </a:p>
      </dgm:t>
    </dgm:pt>
    <dgm:pt modelId="{E6FD33B6-BB40-4D81-83B0-01CCD9028DBF}" type="sibTrans" cxnId="{02C081BE-285E-457D-84CB-65962A0986E1}">
      <dgm:prSet/>
      <dgm:spPr/>
      <dgm:t>
        <a:bodyPr/>
        <a:lstStyle/>
        <a:p>
          <a:endParaRPr lang="zh-CN" altLang="en-US" sz="1400"/>
        </a:p>
      </dgm:t>
    </dgm:pt>
    <dgm:pt modelId="{2B235A83-781A-45F7-8997-22999A45C3CB}">
      <dgm:prSet custT="1"/>
      <dgm:spPr/>
      <dgm:t>
        <a:bodyPr/>
        <a:lstStyle/>
        <a:p>
          <a:pPr rtl="0"/>
          <a:r>
            <a:rPr lang="zh-CN" sz="1400" dirty="0" smtClean="0"/>
            <a:t>几件立竿见影的方法？</a:t>
          </a:r>
          <a:endParaRPr lang="en-US" sz="1400" dirty="0"/>
        </a:p>
      </dgm:t>
    </dgm:pt>
    <dgm:pt modelId="{658E7718-F912-4900-B49E-36794CF99AB2}" type="parTrans" cxnId="{8493645C-4F01-4007-9C31-BBAD2EEA9CD8}">
      <dgm:prSet/>
      <dgm:spPr/>
      <dgm:t>
        <a:bodyPr/>
        <a:lstStyle/>
        <a:p>
          <a:endParaRPr lang="zh-CN" altLang="en-US" sz="1400"/>
        </a:p>
      </dgm:t>
    </dgm:pt>
    <dgm:pt modelId="{73C76BFA-610E-4E25-95A9-F05BDC1B9784}" type="sibTrans" cxnId="{8493645C-4F01-4007-9C31-BBAD2EEA9CD8}">
      <dgm:prSet/>
      <dgm:spPr/>
      <dgm:t>
        <a:bodyPr/>
        <a:lstStyle/>
        <a:p>
          <a:endParaRPr lang="zh-CN" altLang="en-US" sz="1400"/>
        </a:p>
      </dgm:t>
    </dgm:pt>
    <dgm:pt modelId="{02873472-725B-456E-A9BB-397309B4297B}">
      <dgm:prSet custT="1"/>
      <dgm:spPr/>
      <dgm:t>
        <a:bodyPr/>
        <a:lstStyle/>
        <a:p>
          <a:pPr rtl="0"/>
          <a:r>
            <a:rPr lang="zh-CN" sz="1400" dirty="0" smtClean="0"/>
            <a:t>项目章程，干系人手册，制作</a:t>
          </a:r>
          <a:r>
            <a:rPr lang="en-US" sz="1400" dirty="0" smtClean="0"/>
            <a:t>WBS</a:t>
          </a:r>
          <a:r>
            <a:rPr lang="zh-CN" sz="1400" dirty="0" smtClean="0"/>
            <a:t>制定计划，定期项目会，会议纪要，项目备忘，项目总结</a:t>
          </a:r>
          <a:endParaRPr lang="en-US" sz="1400" dirty="0"/>
        </a:p>
      </dgm:t>
    </dgm:pt>
    <dgm:pt modelId="{D4364ED4-C8F9-4ECD-B037-8B173B968597}" type="parTrans" cxnId="{F3CAE580-F894-4B7A-B2A8-F90A524010ED}">
      <dgm:prSet/>
      <dgm:spPr/>
      <dgm:t>
        <a:bodyPr/>
        <a:lstStyle/>
        <a:p>
          <a:endParaRPr lang="zh-CN" altLang="en-US" sz="1400"/>
        </a:p>
      </dgm:t>
    </dgm:pt>
    <dgm:pt modelId="{78E41989-7BD0-4C63-A163-AC811AAD3908}" type="sibTrans" cxnId="{F3CAE580-F894-4B7A-B2A8-F90A524010ED}">
      <dgm:prSet/>
      <dgm:spPr/>
      <dgm:t>
        <a:bodyPr/>
        <a:lstStyle/>
        <a:p>
          <a:endParaRPr lang="zh-CN" altLang="en-US" sz="1400"/>
        </a:p>
      </dgm:t>
    </dgm:pt>
    <dgm:pt modelId="{89CB6F31-78E8-40E9-B4D9-8CB4F56140C2}">
      <dgm:prSet custT="1"/>
      <dgm:spPr/>
      <dgm:t>
        <a:bodyPr/>
        <a:lstStyle/>
        <a:p>
          <a:pPr rtl="0"/>
          <a:r>
            <a:rPr lang="zh-CN" altLang="en-US" sz="1400" dirty="0" smtClean="0"/>
            <a:t>“做正确的事，正确的做事，得到正确的结果”</a:t>
          </a:r>
          <a:endParaRPr lang="zh-CN" sz="1400" dirty="0"/>
        </a:p>
      </dgm:t>
    </dgm:pt>
    <dgm:pt modelId="{0B94E9F0-FBD2-46B5-B316-5B00508F1135}" type="parTrans" cxnId="{436A3B0F-9CFA-4D95-A102-5430076E8857}">
      <dgm:prSet/>
      <dgm:spPr/>
      <dgm:t>
        <a:bodyPr/>
        <a:lstStyle/>
        <a:p>
          <a:endParaRPr lang="zh-CN" altLang="en-US" sz="1400"/>
        </a:p>
      </dgm:t>
    </dgm:pt>
    <dgm:pt modelId="{2BEE312E-8E13-4531-80EB-D6B7126F34A4}" type="sibTrans" cxnId="{436A3B0F-9CFA-4D95-A102-5430076E8857}">
      <dgm:prSet/>
      <dgm:spPr/>
      <dgm:t>
        <a:bodyPr/>
        <a:lstStyle/>
        <a:p>
          <a:endParaRPr lang="zh-CN" altLang="en-US" sz="1400"/>
        </a:p>
      </dgm:t>
    </dgm:pt>
    <dgm:pt modelId="{CC294455-17F4-4874-A93E-C510BD79B66B}">
      <dgm:prSet custT="1"/>
      <dgm:spPr/>
      <dgm:t>
        <a:bodyPr/>
        <a:lstStyle/>
        <a:p>
          <a:pPr rtl="0"/>
          <a:r>
            <a:rPr lang="zh-CN" altLang="en-US" sz="1400" dirty="0" smtClean="0"/>
            <a:t>明确目标，规定范围，制定计划，严格执行，动态监控</a:t>
          </a:r>
          <a:endParaRPr lang="zh-CN" altLang="en-US" sz="1400" dirty="0"/>
        </a:p>
      </dgm:t>
    </dgm:pt>
    <dgm:pt modelId="{2F8E55C6-2FDF-41DD-A3BA-9236179F11A2}" type="parTrans" cxnId="{D567DFA0-1F09-465C-A910-56FCF68BE736}">
      <dgm:prSet/>
      <dgm:spPr/>
      <dgm:t>
        <a:bodyPr/>
        <a:lstStyle/>
        <a:p>
          <a:endParaRPr lang="zh-CN" altLang="en-US" sz="1400"/>
        </a:p>
      </dgm:t>
    </dgm:pt>
    <dgm:pt modelId="{9DA63003-B17A-455A-97B7-9818E092012F}" type="sibTrans" cxnId="{D567DFA0-1F09-465C-A910-56FCF68BE736}">
      <dgm:prSet/>
      <dgm:spPr/>
      <dgm:t>
        <a:bodyPr/>
        <a:lstStyle/>
        <a:p>
          <a:endParaRPr lang="zh-CN" altLang="en-US" sz="1400"/>
        </a:p>
      </dgm:t>
    </dgm:pt>
    <dgm:pt modelId="{7E77FB09-DD42-4804-A6DB-C1B03EC0BBE3}">
      <dgm:prSet custT="1"/>
      <dgm:spPr/>
      <dgm:t>
        <a:bodyPr/>
        <a:lstStyle/>
        <a:p>
          <a:pPr rtl="0"/>
          <a:r>
            <a:rPr lang="zh-CN" altLang="en-US" sz="1400" dirty="0" smtClean="0"/>
            <a:t>合理使用资源，控制风险，注重质量，良好沟通</a:t>
          </a:r>
          <a:endParaRPr lang="zh-CN" altLang="en-US" sz="1400" dirty="0"/>
        </a:p>
      </dgm:t>
    </dgm:pt>
    <dgm:pt modelId="{9C044D04-1E08-4F65-BE8C-052183A984D0}" type="parTrans" cxnId="{3D816970-223D-4C56-BA6C-793BA91C8CED}">
      <dgm:prSet/>
      <dgm:spPr/>
    </dgm:pt>
    <dgm:pt modelId="{AA8E8741-89DE-4561-BC2C-E2F4F29BB429}" type="sibTrans" cxnId="{3D816970-223D-4C56-BA6C-793BA91C8CED}">
      <dgm:prSet/>
      <dgm:spPr/>
    </dgm:pt>
    <dgm:pt modelId="{512A8FA8-A0F9-480B-9C4E-15A026BD9C60}">
      <dgm:prSet custT="1"/>
      <dgm:spPr/>
      <dgm:t>
        <a:bodyPr/>
        <a:lstStyle/>
        <a:p>
          <a:pPr rtl="0"/>
          <a:r>
            <a:rPr lang="zh-CN" altLang="en-US" sz="1400" dirty="0" smtClean="0"/>
            <a:t>成果交付，总结与评价，完美结束</a:t>
          </a:r>
          <a:endParaRPr lang="zh-CN" altLang="en-US" sz="1400" dirty="0"/>
        </a:p>
      </dgm:t>
    </dgm:pt>
    <dgm:pt modelId="{6E1D3DE5-AF04-4E3A-AFF6-7D316F8082C9}" type="parTrans" cxnId="{A987DFAB-BEFA-4000-B710-4468E9611F25}">
      <dgm:prSet/>
      <dgm:spPr/>
    </dgm:pt>
    <dgm:pt modelId="{322872D8-E62D-48B7-AA85-0D899A4FAFAD}" type="sibTrans" cxnId="{A987DFAB-BEFA-4000-B710-4468E9611F25}">
      <dgm:prSet/>
      <dgm:spPr/>
    </dgm:pt>
    <dgm:pt modelId="{6C82D204-FAC0-4E30-A71E-7E37FBBF8AFD}">
      <dgm:prSet custT="1"/>
      <dgm:spPr/>
      <dgm:t>
        <a:bodyPr/>
        <a:lstStyle/>
        <a:p>
          <a:pPr rtl="0"/>
          <a:r>
            <a:rPr lang="zh-CN" altLang="en-US" sz="1400" dirty="0" smtClean="0"/>
            <a:t>获得经验，提升能力</a:t>
          </a:r>
          <a:endParaRPr lang="zh-CN" altLang="en-US" sz="1400" dirty="0"/>
        </a:p>
      </dgm:t>
    </dgm:pt>
    <dgm:pt modelId="{7E5D6AD8-CE3C-4DA2-9242-7212E1AA6C62}" type="parTrans" cxnId="{1E2601F9-1827-4544-BC8B-FFE1A057892A}">
      <dgm:prSet/>
      <dgm:spPr/>
    </dgm:pt>
    <dgm:pt modelId="{228C5554-7909-4198-84EF-5D77F45977F2}" type="sibTrans" cxnId="{1E2601F9-1827-4544-BC8B-FFE1A057892A}">
      <dgm:prSet/>
      <dgm:spPr/>
    </dgm:pt>
    <dgm:pt modelId="{499F4C83-51B2-4D04-A323-3871264FB67F}" type="pres">
      <dgm:prSet presAssocID="{304CE93A-256D-44FE-A420-F0007B687BF3}" presName="Name0" presStyleCnt="0">
        <dgm:presLayoutVars>
          <dgm:dir/>
          <dgm:animLvl val="lvl"/>
          <dgm:resizeHandles val="exact"/>
        </dgm:presLayoutVars>
      </dgm:prSet>
      <dgm:spPr/>
      <dgm:t>
        <a:bodyPr/>
        <a:lstStyle/>
        <a:p>
          <a:endParaRPr lang="zh-CN" altLang="en-US"/>
        </a:p>
      </dgm:t>
    </dgm:pt>
    <dgm:pt modelId="{AFE29579-81FE-4ABA-8C2D-544FFC63F1C0}" type="pres">
      <dgm:prSet presAssocID="{6C82D204-FAC0-4E30-A71E-7E37FBBF8AFD}" presName="boxAndChildren" presStyleCnt="0"/>
      <dgm:spPr/>
    </dgm:pt>
    <dgm:pt modelId="{3D61E36C-2C99-46FD-9EEB-23FF6D656542}" type="pres">
      <dgm:prSet presAssocID="{6C82D204-FAC0-4E30-A71E-7E37FBBF8AFD}" presName="parentTextBox" presStyleLbl="node1" presStyleIdx="0" presStyleCnt="8"/>
      <dgm:spPr/>
      <dgm:t>
        <a:bodyPr/>
        <a:lstStyle/>
        <a:p>
          <a:endParaRPr lang="zh-CN" altLang="en-US"/>
        </a:p>
      </dgm:t>
    </dgm:pt>
    <dgm:pt modelId="{E3C5A746-A830-48CF-AD36-DE59B0ED95DF}" type="pres">
      <dgm:prSet presAssocID="{322872D8-E62D-48B7-AA85-0D899A4FAFAD}" presName="sp" presStyleCnt="0"/>
      <dgm:spPr/>
    </dgm:pt>
    <dgm:pt modelId="{3B6A80D1-1F33-4473-ADBD-EB683E0A6734}" type="pres">
      <dgm:prSet presAssocID="{512A8FA8-A0F9-480B-9C4E-15A026BD9C60}" presName="arrowAndChildren" presStyleCnt="0"/>
      <dgm:spPr/>
    </dgm:pt>
    <dgm:pt modelId="{D2E3869D-FE25-4303-BEFE-48D1D1A875B4}" type="pres">
      <dgm:prSet presAssocID="{512A8FA8-A0F9-480B-9C4E-15A026BD9C60}" presName="parentTextArrow" presStyleLbl="node1" presStyleIdx="1" presStyleCnt="8"/>
      <dgm:spPr/>
      <dgm:t>
        <a:bodyPr/>
        <a:lstStyle/>
        <a:p>
          <a:endParaRPr lang="zh-CN" altLang="en-US"/>
        </a:p>
      </dgm:t>
    </dgm:pt>
    <dgm:pt modelId="{954078D8-AC60-427B-AF49-1ED6A82EF120}" type="pres">
      <dgm:prSet presAssocID="{AA8E8741-89DE-4561-BC2C-E2F4F29BB429}" presName="sp" presStyleCnt="0"/>
      <dgm:spPr/>
    </dgm:pt>
    <dgm:pt modelId="{5A4BD05C-A228-4309-AC56-795CADA3936E}" type="pres">
      <dgm:prSet presAssocID="{7E77FB09-DD42-4804-A6DB-C1B03EC0BBE3}" presName="arrowAndChildren" presStyleCnt="0"/>
      <dgm:spPr/>
    </dgm:pt>
    <dgm:pt modelId="{F09DDBA2-E825-4676-97A7-EC3540B194FC}" type="pres">
      <dgm:prSet presAssocID="{7E77FB09-DD42-4804-A6DB-C1B03EC0BBE3}" presName="parentTextArrow" presStyleLbl="node1" presStyleIdx="2" presStyleCnt="8"/>
      <dgm:spPr/>
      <dgm:t>
        <a:bodyPr/>
        <a:lstStyle/>
        <a:p>
          <a:endParaRPr lang="zh-CN" altLang="en-US"/>
        </a:p>
      </dgm:t>
    </dgm:pt>
    <dgm:pt modelId="{CC9C23C7-27B3-4379-BE0F-077A9D33F6BC}" type="pres">
      <dgm:prSet presAssocID="{9DA63003-B17A-455A-97B7-9818E092012F}" presName="sp" presStyleCnt="0"/>
      <dgm:spPr/>
    </dgm:pt>
    <dgm:pt modelId="{2C19FCD1-D66F-4084-83B7-66D4A46C5274}" type="pres">
      <dgm:prSet presAssocID="{CC294455-17F4-4874-A93E-C510BD79B66B}" presName="arrowAndChildren" presStyleCnt="0"/>
      <dgm:spPr/>
    </dgm:pt>
    <dgm:pt modelId="{DC67BC23-7F12-40DB-A654-2428DB11710F}" type="pres">
      <dgm:prSet presAssocID="{CC294455-17F4-4874-A93E-C510BD79B66B}" presName="parentTextArrow" presStyleLbl="node1" presStyleIdx="3" presStyleCnt="8"/>
      <dgm:spPr/>
      <dgm:t>
        <a:bodyPr/>
        <a:lstStyle/>
        <a:p>
          <a:endParaRPr lang="zh-CN" altLang="en-US"/>
        </a:p>
      </dgm:t>
    </dgm:pt>
    <dgm:pt modelId="{E9581827-2796-47F4-B3B3-2AB7D2A2C7C1}" type="pres">
      <dgm:prSet presAssocID="{2BEE312E-8E13-4531-80EB-D6B7126F34A4}" presName="sp" presStyleCnt="0"/>
      <dgm:spPr/>
    </dgm:pt>
    <dgm:pt modelId="{C6256291-9D3D-467F-8AF8-5E9C260B06D7}" type="pres">
      <dgm:prSet presAssocID="{89CB6F31-78E8-40E9-B4D9-8CB4F56140C2}" presName="arrowAndChildren" presStyleCnt="0"/>
      <dgm:spPr/>
    </dgm:pt>
    <dgm:pt modelId="{0212FE12-92D5-4F26-9073-B72AA8B58629}" type="pres">
      <dgm:prSet presAssocID="{89CB6F31-78E8-40E9-B4D9-8CB4F56140C2}" presName="parentTextArrow" presStyleLbl="node1" presStyleIdx="4" presStyleCnt="8"/>
      <dgm:spPr/>
      <dgm:t>
        <a:bodyPr/>
        <a:lstStyle/>
        <a:p>
          <a:endParaRPr lang="zh-CN" altLang="en-US"/>
        </a:p>
      </dgm:t>
    </dgm:pt>
    <dgm:pt modelId="{E86396BB-B5C8-4ED6-A700-23857693D355}" type="pres">
      <dgm:prSet presAssocID="{73C76BFA-610E-4E25-95A9-F05BDC1B9784}" presName="sp" presStyleCnt="0"/>
      <dgm:spPr/>
    </dgm:pt>
    <dgm:pt modelId="{2A078DA9-BF0C-4C22-BC92-AA85EE8586E8}" type="pres">
      <dgm:prSet presAssocID="{2B235A83-781A-45F7-8997-22999A45C3CB}" presName="arrowAndChildren" presStyleCnt="0"/>
      <dgm:spPr/>
    </dgm:pt>
    <dgm:pt modelId="{036FABFA-AAD1-43D4-8DE5-C4CE52FF77A5}" type="pres">
      <dgm:prSet presAssocID="{2B235A83-781A-45F7-8997-22999A45C3CB}" presName="parentTextArrow" presStyleLbl="node1" presStyleIdx="4" presStyleCnt="8"/>
      <dgm:spPr/>
      <dgm:t>
        <a:bodyPr/>
        <a:lstStyle/>
        <a:p>
          <a:endParaRPr lang="zh-CN" altLang="en-US"/>
        </a:p>
      </dgm:t>
    </dgm:pt>
    <dgm:pt modelId="{BC264958-AE59-4C78-A319-1DEBC1E68457}" type="pres">
      <dgm:prSet presAssocID="{2B235A83-781A-45F7-8997-22999A45C3CB}" presName="arrow" presStyleLbl="node1" presStyleIdx="5" presStyleCnt="8"/>
      <dgm:spPr/>
      <dgm:t>
        <a:bodyPr/>
        <a:lstStyle/>
        <a:p>
          <a:endParaRPr lang="zh-CN" altLang="en-US"/>
        </a:p>
      </dgm:t>
    </dgm:pt>
    <dgm:pt modelId="{63D49A63-716E-4A7B-8E4F-C7342E42C149}" type="pres">
      <dgm:prSet presAssocID="{2B235A83-781A-45F7-8997-22999A45C3CB}" presName="descendantArrow" presStyleCnt="0"/>
      <dgm:spPr/>
    </dgm:pt>
    <dgm:pt modelId="{C749B1A8-CD49-47B0-A990-02B88F74A485}" type="pres">
      <dgm:prSet presAssocID="{02873472-725B-456E-A9BB-397309B4297B}" presName="childTextArrow" presStyleLbl="fgAccFollowNode1" presStyleIdx="0" presStyleCnt="1">
        <dgm:presLayoutVars>
          <dgm:bulletEnabled val="1"/>
        </dgm:presLayoutVars>
      </dgm:prSet>
      <dgm:spPr/>
      <dgm:t>
        <a:bodyPr/>
        <a:lstStyle/>
        <a:p>
          <a:endParaRPr lang="zh-CN" altLang="en-US"/>
        </a:p>
      </dgm:t>
    </dgm:pt>
    <dgm:pt modelId="{4447A62E-2E4C-437B-9426-F68014F8A4B2}" type="pres">
      <dgm:prSet presAssocID="{E6FD33B6-BB40-4D81-83B0-01CCD9028DBF}" presName="sp" presStyleCnt="0"/>
      <dgm:spPr/>
    </dgm:pt>
    <dgm:pt modelId="{2C3E4F9D-6707-421F-85E2-8527D4B62D81}" type="pres">
      <dgm:prSet presAssocID="{990DC42F-D8EA-45A4-BD19-4AFBEE183800}" presName="arrowAndChildren" presStyleCnt="0"/>
      <dgm:spPr/>
    </dgm:pt>
    <dgm:pt modelId="{086E1093-B519-4019-AA04-196E13ACF957}" type="pres">
      <dgm:prSet presAssocID="{990DC42F-D8EA-45A4-BD19-4AFBEE183800}" presName="parentTextArrow" presStyleLbl="node1" presStyleIdx="6" presStyleCnt="8"/>
      <dgm:spPr/>
      <dgm:t>
        <a:bodyPr/>
        <a:lstStyle/>
        <a:p>
          <a:endParaRPr lang="zh-CN" altLang="en-US"/>
        </a:p>
      </dgm:t>
    </dgm:pt>
    <dgm:pt modelId="{A9A85383-B6B7-432E-8388-37CAA10514DC}" type="pres">
      <dgm:prSet presAssocID="{BEBB5C4C-0FB7-4340-AF74-2F5D7F253EDD}" presName="sp" presStyleCnt="0"/>
      <dgm:spPr/>
    </dgm:pt>
    <dgm:pt modelId="{FC6E0127-AA31-4C6A-9641-9B5CF7F5C7E5}" type="pres">
      <dgm:prSet presAssocID="{10C0070B-48F3-4896-BD86-90B50AF8C290}" presName="arrowAndChildren" presStyleCnt="0"/>
      <dgm:spPr/>
    </dgm:pt>
    <dgm:pt modelId="{C7A0142F-E3C9-4B69-94BC-123AD5D39792}" type="pres">
      <dgm:prSet presAssocID="{10C0070B-48F3-4896-BD86-90B50AF8C290}" presName="parentTextArrow" presStyleLbl="node1" presStyleIdx="7" presStyleCnt="8"/>
      <dgm:spPr/>
      <dgm:t>
        <a:bodyPr/>
        <a:lstStyle/>
        <a:p>
          <a:endParaRPr lang="zh-CN" altLang="en-US"/>
        </a:p>
      </dgm:t>
    </dgm:pt>
  </dgm:ptLst>
  <dgm:cxnLst>
    <dgm:cxn modelId="{A987DFAB-BEFA-4000-B710-4468E9611F25}" srcId="{304CE93A-256D-44FE-A420-F0007B687BF3}" destId="{512A8FA8-A0F9-480B-9C4E-15A026BD9C60}" srcOrd="6" destOrd="0" parTransId="{6E1D3DE5-AF04-4E3A-AFF6-7D316F8082C9}" sibTransId="{322872D8-E62D-48B7-AA85-0D899A4FAFAD}"/>
    <dgm:cxn modelId="{483124E7-4143-43FB-9725-5AF7872C00F3}" srcId="{304CE93A-256D-44FE-A420-F0007B687BF3}" destId="{10C0070B-48F3-4896-BD86-90B50AF8C290}" srcOrd="0" destOrd="0" parTransId="{9821A806-3E2C-4045-8D0F-CAF62DEAD344}" sibTransId="{BEBB5C4C-0FB7-4340-AF74-2F5D7F253EDD}"/>
    <dgm:cxn modelId="{C3379E75-31EB-4902-852C-539D51BD43A7}" type="presOf" srcId="{990DC42F-D8EA-45A4-BD19-4AFBEE183800}" destId="{086E1093-B519-4019-AA04-196E13ACF957}" srcOrd="0" destOrd="0" presId="urn:microsoft.com/office/officeart/2005/8/layout/process4"/>
    <dgm:cxn modelId="{3D816970-223D-4C56-BA6C-793BA91C8CED}" srcId="{304CE93A-256D-44FE-A420-F0007B687BF3}" destId="{7E77FB09-DD42-4804-A6DB-C1B03EC0BBE3}" srcOrd="5" destOrd="0" parTransId="{9C044D04-1E08-4F65-BE8C-052183A984D0}" sibTransId="{AA8E8741-89DE-4561-BC2C-E2F4F29BB429}"/>
    <dgm:cxn modelId="{8493645C-4F01-4007-9C31-BBAD2EEA9CD8}" srcId="{304CE93A-256D-44FE-A420-F0007B687BF3}" destId="{2B235A83-781A-45F7-8997-22999A45C3CB}" srcOrd="2" destOrd="0" parTransId="{658E7718-F912-4900-B49E-36794CF99AB2}" sibTransId="{73C76BFA-610E-4E25-95A9-F05BDC1B9784}"/>
    <dgm:cxn modelId="{F3CAE580-F894-4B7A-B2A8-F90A524010ED}" srcId="{2B235A83-781A-45F7-8997-22999A45C3CB}" destId="{02873472-725B-456E-A9BB-397309B4297B}" srcOrd="0" destOrd="0" parTransId="{D4364ED4-C8F9-4ECD-B037-8B173B968597}" sibTransId="{78E41989-7BD0-4C63-A163-AC811AAD3908}"/>
    <dgm:cxn modelId="{1E867AA8-DE75-4B14-AC85-7778934DC623}" type="presOf" srcId="{2B235A83-781A-45F7-8997-22999A45C3CB}" destId="{BC264958-AE59-4C78-A319-1DEBC1E68457}" srcOrd="1" destOrd="0" presId="urn:microsoft.com/office/officeart/2005/8/layout/process4"/>
    <dgm:cxn modelId="{38C99452-D64F-4B4B-8DF5-EC9A253E3B14}" type="presOf" srcId="{CC294455-17F4-4874-A93E-C510BD79B66B}" destId="{DC67BC23-7F12-40DB-A654-2428DB11710F}" srcOrd="0" destOrd="0" presId="urn:microsoft.com/office/officeart/2005/8/layout/process4"/>
    <dgm:cxn modelId="{C7FD4DF4-4479-4543-857A-09E7E7E18B04}" type="presOf" srcId="{6C82D204-FAC0-4E30-A71E-7E37FBBF8AFD}" destId="{3D61E36C-2C99-46FD-9EEB-23FF6D656542}" srcOrd="0" destOrd="0" presId="urn:microsoft.com/office/officeart/2005/8/layout/process4"/>
    <dgm:cxn modelId="{319EE4B4-F1E3-4477-BD53-8DC915A9F958}" type="presOf" srcId="{7E77FB09-DD42-4804-A6DB-C1B03EC0BBE3}" destId="{F09DDBA2-E825-4676-97A7-EC3540B194FC}" srcOrd="0" destOrd="0" presId="urn:microsoft.com/office/officeart/2005/8/layout/process4"/>
    <dgm:cxn modelId="{03187607-A67A-4084-8A16-8BA9BDE6D8BE}" type="presOf" srcId="{304CE93A-256D-44FE-A420-F0007B687BF3}" destId="{499F4C83-51B2-4D04-A323-3871264FB67F}" srcOrd="0" destOrd="0" presId="urn:microsoft.com/office/officeart/2005/8/layout/process4"/>
    <dgm:cxn modelId="{436A3B0F-9CFA-4D95-A102-5430076E8857}" srcId="{304CE93A-256D-44FE-A420-F0007B687BF3}" destId="{89CB6F31-78E8-40E9-B4D9-8CB4F56140C2}" srcOrd="3" destOrd="0" parTransId="{0B94E9F0-FBD2-46B5-B316-5B00508F1135}" sibTransId="{2BEE312E-8E13-4531-80EB-D6B7126F34A4}"/>
    <dgm:cxn modelId="{9FE0F953-90A1-467D-A25E-7E31A931E218}" type="presOf" srcId="{2B235A83-781A-45F7-8997-22999A45C3CB}" destId="{036FABFA-AAD1-43D4-8DE5-C4CE52FF77A5}" srcOrd="0" destOrd="0" presId="urn:microsoft.com/office/officeart/2005/8/layout/process4"/>
    <dgm:cxn modelId="{02C081BE-285E-457D-84CB-65962A0986E1}" srcId="{304CE93A-256D-44FE-A420-F0007B687BF3}" destId="{990DC42F-D8EA-45A4-BD19-4AFBEE183800}" srcOrd="1" destOrd="0" parTransId="{76D73D1A-1419-4718-BA95-5B991DBB73EB}" sibTransId="{E6FD33B6-BB40-4D81-83B0-01CCD9028DBF}"/>
    <dgm:cxn modelId="{21B112F5-F760-4D0B-8945-59FCE5E36E99}" type="presOf" srcId="{512A8FA8-A0F9-480B-9C4E-15A026BD9C60}" destId="{D2E3869D-FE25-4303-BEFE-48D1D1A875B4}" srcOrd="0" destOrd="0" presId="urn:microsoft.com/office/officeart/2005/8/layout/process4"/>
    <dgm:cxn modelId="{9FDA987A-8C32-4D5D-B296-F282FD783344}" type="presOf" srcId="{89CB6F31-78E8-40E9-B4D9-8CB4F56140C2}" destId="{0212FE12-92D5-4F26-9073-B72AA8B58629}" srcOrd="0" destOrd="0" presId="urn:microsoft.com/office/officeart/2005/8/layout/process4"/>
    <dgm:cxn modelId="{9EC1AB66-667B-458E-A9CE-7B087B612115}" type="presOf" srcId="{10C0070B-48F3-4896-BD86-90B50AF8C290}" destId="{C7A0142F-E3C9-4B69-94BC-123AD5D39792}" srcOrd="0" destOrd="0" presId="urn:microsoft.com/office/officeart/2005/8/layout/process4"/>
    <dgm:cxn modelId="{D567DFA0-1F09-465C-A910-56FCF68BE736}" srcId="{304CE93A-256D-44FE-A420-F0007B687BF3}" destId="{CC294455-17F4-4874-A93E-C510BD79B66B}" srcOrd="4" destOrd="0" parTransId="{2F8E55C6-2FDF-41DD-A3BA-9236179F11A2}" sibTransId="{9DA63003-B17A-455A-97B7-9818E092012F}"/>
    <dgm:cxn modelId="{F4B4D264-8C03-40D6-90AA-595C3CD07FD9}" type="presOf" srcId="{02873472-725B-456E-A9BB-397309B4297B}" destId="{C749B1A8-CD49-47B0-A990-02B88F74A485}" srcOrd="0" destOrd="0" presId="urn:microsoft.com/office/officeart/2005/8/layout/process4"/>
    <dgm:cxn modelId="{1E2601F9-1827-4544-BC8B-FFE1A057892A}" srcId="{304CE93A-256D-44FE-A420-F0007B687BF3}" destId="{6C82D204-FAC0-4E30-A71E-7E37FBBF8AFD}" srcOrd="7" destOrd="0" parTransId="{7E5D6AD8-CE3C-4DA2-9242-7212E1AA6C62}" sibTransId="{228C5554-7909-4198-84EF-5D77F45977F2}"/>
    <dgm:cxn modelId="{BC2FB325-52E4-4371-A329-BC8F6E8FC79C}" type="presParOf" srcId="{499F4C83-51B2-4D04-A323-3871264FB67F}" destId="{AFE29579-81FE-4ABA-8C2D-544FFC63F1C0}" srcOrd="0" destOrd="0" presId="urn:microsoft.com/office/officeart/2005/8/layout/process4"/>
    <dgm:cxn modelId="{6975E594-0B3C-4F04-AF63-7F006AAC1F47}" type="presParOf" srcId="{AFE29579-81FE-4ABA-8C2D-544FFC63F1C0}" destId="{3D61E36C-2C99-46FD-9EEB-23FF6D656542}" srcOrd="0" destOrd="0" presId="urn:microsoft.com/office/officeart/2005/8/layout/process4"/>
    <dgm:cxn modelId="{4692E222-5D4F-41C1-AA8E-0B555DF5F3BB}" type="presParOf" srcId="{499F4C83-51B2-4D04-A323-3871264FB67F}" destId="{E3C5A746-A830-48CF-AD36-DE59B0ED95DF}" srcOrd="1" destOrd="0" presId="urn:microsoft.com/office/officeart/2005/8/layout/process4"/>
    <dgm:cxn modelId="{3637CDB5-98B7-4008-9C0B-6D32B91554B8}" type="presParOf" srcId="{499F4C83-51B2-4D04-A323-3871264FB67F}" destId="{3B6A80D1-1F33-4473-ADBD-EB683E0A6734}" srcOrd="2" destOrd="0" presId="urn:microsoft.com/office/officeart/2005/8/layout/process4"/>
    <dgm:cxn modelId="{42FFB2DB-D772-4EDB-A89B-A94E4041C0BB}" type="presParOf" srcId="{3B6A80D1-1F33-4473-ADBD-EB683E0A6734}" destId="{D2E3869D-FE25-4303-BEFE-48D1D1A875B4}" srcOrd="0" destOrd="0" presId="urn:microsoft.com/office/officeart/2005/8/layout/process4"/>
    <dgm:cxn modelId="{101572AA-9902-4D08-B350-4C82C0954F16}" type="presParOf" srcId="{499F4C83-51B2-4D04-A323-3871264FB67F}" destId="{954078D8-AC60-427B-AF49-1ED6A82EF120}" srcOrd="3" destOrd="0" presId="urn:microsoft.com/office/officeart/2005/8/layout/process4"/>
    <dgm:cxn modelId="{7D1E9D2D-DB71-47BC-9120-C43084B78CBB}" type="presParOf" srcId="{499F4C83-51B2-4D04-A323-3871264FB67F}" destId="{5A4BD05C-A228-4309-AC56-795CADA3936E}" srcOrd="4" destOrd="0" presId="urn:microsoft.com/office/officeart/2005/8/layout/process4"/>
    <dgm:cxn modelId="{9079C06E-D667-49B0-9976-F1BE0E246A15}" type="presParOf" srcId="{5A4BD05C-A228-4309-AC56-795CADA3936E}" destId="{F09DDBA2-E825-4676-97A7-EC3540B194FC}" srcOrd="0" destOrd="0" presId="urn:microsoft.com/office/officeart/2005/8/layout/process4"/>
    <dgm:cxn modelId="{C2E934D9-3121-4C13-B73B-9966CB876A83}" type="presParOf" srcId="{499F4C83-51B2-4D04-A323-3871264FB67F}" destId="{CC9C23C7-27B3-4379-BE0F-077A9D33F6BC}" srcOrd="5" destOrd="0" presId="urn:microsoft.com/office/officeart/2005/8/layout/process4"/>
    <dgm:cxn modelId="{3D672706-E7AE-4775-B0EF-E5F73E597B9B}" type="presParOf" srcId="{499F4C83-51B2-4D04-A323-3871264FB67F}" destId="{2C19FCD1-D66F-4084-83B7-66D4A46C5274}" srcOrd="6" destOrd="0" presId="urn:microsoft.com/office/officeart/2005/8/layout/process4"/>
    <dgm:cxn modelId="{71F3A906-0BE9-4DAE-B92A-562575210735}" type="presParOf" srcId="{2C19FCD1-D66F-4084-83B7-66D4A46C5274}" destId="{DC67BC23-7F12-40DB-A654-2428DB11710F}" srcOrd="0" destOrd="0" presId="urn:microsoft.com/office/officeart/2005/8/layout/process4"/>
    <dgm:cxn modelId="{029D0893-DE1A-449B-A5F0-80193FF722D5}" type="presParOf" srcId="{499F4C83-51B2-4D04-A323-3871264FB67F}" destId="{E9581827-2796-47F4-B3B3-2AB7D2A2C7C1}" srcOrd="7" destOrd="0" presId="urn:microsoft.com/office/officeart/2005/8/layout/process4"/>
    <dgm:cxn modelId="{E0532F85-8D2E-4330-BE9E-02DEF8248DA0}" type="presParOf" srcId="{499F4C83-51B2-4D04-A323-3871264FB67F}" destId="{C6256291-9D3D-467F-8AF8-5E9C260B06D7}" srcOrd="8" destOrd="0" presId="urn:microsoft.com/office/officeart/2005/8/layout/process4"/>
    <dgm:cxn modelId="{987530E5-C472-4567-8EE8-1302630170CA}" type="presParOf" srcId="{C6256291-9D3D-467F-8AF8-5E9C260B06D7}" destId="{0212FE12-92D5-4F26-9073-B72AA8B58629}" srcOrd="0" destOrd="0" presId="urn:microsoft.com/office/officeart/2005/8/layout/process4"/>
    <dgm:cxn modelId="{87A1F9DB-06A9-4967-8D2D-E686C0F9EA23}" type="presParOf" srcId="{499F4C83-51B2-4D04-A323-3871264FB67F}" destId="{E86396BB-B5C8-4ED6-A700-23857693D355}" srcOrd="9" destOrd="0" presId="urn:microsoft.com/office/officeart/2005/8/layout/process4"/>
    <dgm:cxn modelId="{C69FA07F-AC55-4BBA-BC6A-89EB8EB8A317}" type="presParOf" srcId="{499F4C83-51B2-4D04-A323-3871264FB67F}" destId="{2A078DA9-BF0C-4C22-BC92-AA85EE8586E8}" srcOrd="10" destOrd="0" presId="urn:microsoft.com/office/officeart/2005/8/layout/process4"/>
    <dgm:cxn modelId="{A80CADF2-6E5F-40EC-8921-B529E487D6CC}" type="presParOf" srcId="{2A078DA9-BF0C-4C22-BC92-AA85EE8586E8}" destId="{036FABFA-AAD1-43D4-8DE5-C4CE52FF77A5}" srcOrd="0" destOrd="0" presId="urn:microsoft.com/office/officeart/2005/8/layout/process4"/>
    <dgm:cxn modelId="{48569905-AAB7-4849-90BE-6493EF950E04}" type="presParOf" srcId="{2A078DA9-BF0C-4C22-BC92-AA85EE8586E8}" destId="{BC264958-AE59-4C78-A319-1DEBC1E68457}" srcOrd="1" destOrd="0" presId="urn:microsoft.com/office/officeart/2005/8/layout/process4"/>
    <dgm:cxn modelId="{B05C64B2-4C1F-4F3E-A742-D2B90578F8D0}" type="presParOf" srcId="{2A078DA9-BF0C-4C22-BC92-AA85EE8586E8}" destId="{63D49A63-716E-4A7B-8E4F-C7342E42C149}" srcOrd="2" destOrd="0" presId="urn:microsoft.com/office/officeart/2005/8/layout/process4"/>
    <dgm:cxn modelId="{DF2A7FCD-EC10-4AED-86EB-F2A469B97A56}" type="presParOf" srcId="{63D49A63-716E-4A7B-8E4F-C7342E42C149}" destId="{C749B1A8-CD49-47B0-A990-02B88F74A485}" srcOrd="0" destOrd="0" presId="urn:microsoft.com/office/officeart/2005/8/layout/process4"/>
    <dgm:cxn modelId="{BDA3D56D-4805-448B-9153-EF0BB4356732}" type="presParOf" srcId="{499F4C83-51B2-4D04-A323-3871264FB67F}" destId="{4447A62E-2E4C-437B-9426-F68014F8A4B2}" srcOrd="11" destOrd="0" presId="urn:microsoft.com/office/officeart/2005/8/layout/process4"/>
    <dgm:cxn modelId="{8D33E09F-41E0-4F54-8C6C-F3F080290385}" type="presParOf" srcId="{499F4C83-51B2-4D04-A323-3871264FB67F}" destId="{2C3E4F9D-6707-421F-85E2-8527D4B62D81}" srcOrd="12" destOrd="0" presId="urn:microsoft.com/office/officeart/2005/8/layout/process4"/>
    <dgm:cxn modelId="{8C1E2FAF-0FF2-4C83-AC2E-CE95C92E563B}" type="presParOf" srcId="{2C3E4F9D-6707-421F-85E2-8527D4B62D81}" destId="{086E1093-B519-4019-AA04-196E13ACF957}" srcOrd="0" destOrd="0" presId="urn:microsoft.com/office/officeart/2005/8/layout/process4"/>
    <dgm:cxn modelId="{1CD02DDD-9C51-4A47-8CB5-82DCC2F974E4}" type="presParOf" srcId="{499F4C83-51B2-4D04-A323-3871264FB67F}" destId="{A9A85383-B6B7-432E-8388-37CAA10514DC}" srcOrd="13" destOrd="0" presId="urn:microsoft.com/office/officeart/2005/8/layout/process4"/>
    <dgm:cxn modelId="{180F9E73-341C-4BDE-94A6-44ADBFF7DDD5}" type="presParOf" srcId="{499F4C83-51B2-4D04-A323-3871264FB67F}" destId="{FC6E0127-AA31-4C6A-9641-9B5CF7F5C7E5}" srcOrd="14" destOrd="0" presId="urn:microsoft.com/office/officeart/2005/8/layout/process4"/>
    <dgm:cxn modelId="{3336D41F-C250-4BB1-97BE-87E5C074CC12}" type="presParOf" srcId="{FC6E0127-AA31-4C6A-9641-9B5CF7F5C7E5}" destId="{C7A0142F-E3C9-4B69-94BC-123AD5D39792}" srcOrd="0" destOrd="0" presId="urn:microsoft.com/office/officeart/2005/8/layout/process4"/>
  </dgm:cxnLst>
  <dgm:bg/>
  <dgm:whole/>
</dgm:dataModel>
</file>

<file path=ppt/diagrams/data30.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八、项目管理资格证书</a:t>
          </a:r>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D89972F7-8168-47AD-A270-4EF5F256ED62}" type="presOf" srcId="{723F4E9A-15B0-40F0-AE31-3CCE57844F3B}" destId="{9E239BDD-6367-4ED4-BB2F-2F994F692FA4}" srcOrd="0" destOrd="0" presId="urn:microsoft.com/office/officeart/2005/8/layout/vList2"/>
    <dgm:cxn modelId="{435968D0-C351-46C2-BDD4-92C6033796C1}" type="presOf" srcId="{AB26C09D-67A0-4F1A-BD2A-D9B9F5B6A603}" destId="{E17AD282-D8A2-4C27-B59E-D314B3292384}" srcOrd="0" destOrd="0" presId="urn:microsoft.com/office/officeart/2005/8/layout/vList2"/>
    <dgm:cxn modelId="{432923F7-DEC1-451A-B4C1-49A276D376E3}" srcId="{723F4E9A-15B0-40F0-AE31-3CCE57844F3B}" destId="{AB26C09D-67A0-4F1A-BD2A-D9B9F5B6A603}" srcOrd="0" destOrd="0" parTransId="{92920E7C-D058-45E8-970D-AF35958976DA}" sibTransId="{E5C8B5F1-27C4-4BAA-90F6-A05BF189ED80}"/>
    <dgm:cxn modelId="{21C11C31-6F72-47F7-AD21-E6BC25D3F8C3}" type="presParOf" srcId="{9E239BDD-6367-4ED4-BB2F-2F994F692FA4}" destId="{E17AD282-D8A2-4C27-B59E-D314B3292384}" srcOrd="0" destOrd="0" presId="urn:microsoft.com/office/officeart/2005/8/layout/vList2"/>
  </dgm:cxnLst>
  <dgm:bg/>
  <dgm:whole/>
</dgm:dataModel>
</file>

<file path=ppt/diagrams/data31.xml><?xml version="1.0" encoding="utf-8"?>
<dgm:dataModel xmlns:dgm="http://schemas.openxmlformats.org/drawingml/2006/diagram" xmlns:a="http://schemas.openxmlformats.org/drawingml/2006/main">
  <dgm:ptLst>
    <dgm:pt modelId="{723F4E9A-15B0-40F0-AE31-3CCE57844F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B26C09D-67A0-4F1A-BD2A-D9B9F5B6A603}">
      <dgm:prSet phldrT="[文本]" custT="1"/>
      <dgm:spPr/>
      <dgm:t>
        <a:bodyPr/>
        <a:lstStyle/>
        <a:p>
          <a:r>
            <a:rPr lang="zh-CN" altLang="en-US" sz="4000" dirty="0" smtClean="0"/>
            <a:t>九、职业人生的几点建议</a:t>
          </a:r>
        </a:p>
      </dgm:t>
    </dgm:pt>
    <dgm:pt modelId="{92920E7C-D058-45E8-970D-AF35958976DA}" type="parTrans" cxnId="{432923F7-DEC1-451A-B4C1-49A276D376E3}">
      <dgm:prSet/>
      <dgm:spPr/>
      <dgm:t>
        <a:bodyPr/>
        <a:lstStyle/>
        <a:p>
          <a:endParaRPr lang="zh-CN" altLang="en-US"/>
        </a:p>
      </dgm:t>
    </dgm:pt>
    <dgm:pt modelId="{E5C8B5F1-27C4-4BAA-90F6-A05BF189ED80}" type="sibTrans" cxnId="{432923F7-DEC1-451A-B4C1-49A276D376E3}">
      <dgm:prSet/>
      <dgm:spPr/>
      <dgm:t>
        <a:bodyPr/>
        <a:lstStyle/>
        <a:p>
          <a:endParaRPr lang="zh-CN" altLang="en-US"/>
        </a:p>
      </dgm:t>
    </dgm:pt>
    <dgm:pt modelId="{9E239BDD-6367-4ED4-BB2F-2F994F692FA4}" type="pres">
      <dgm:prSet presAssocID="{723F4E9A-15B0-40F0-AE31-3CCE57844F3B}" presName="linear" presStyleCnt="0">
        <dgm:presLayoutVars>
          <dgm:animLvl val="lvl"/>
          <dgm:resizeHandles val="exact"/>
        </dgm:presLayoutVars>
      </dgm:prSet>
      <dgm:spPr/>
      <dgm:t>
        <a:bodyPr/>
        <a:lstStyle/>
        <a:p>
          <a:endParaRPr lang="zh-CN" altLang="en-US"/>
        </a:p>
      </dgm:t>
    </dgm:pt>
    <dgm:pt modelId="{E17AD282-D8A2-4C27-B59E-D314B3292384}" type="pres">
      <dgm:prSet presAssocID="{AB26C09D-67A0-4F1A-BD2A-D9B9F5B6A603}" presName="parentText" presStyleLbl="node1" presStyleIdx="0" presStyleCnt="1">
        <dgm:presLayoutVars>
          <dgm:chMax val="0"/>
          <dgm:bulletEnabled val="1"/>
        </dgm:presLayoutVars>
      </dgm:prSet>
      <dgm:spPr/>
      <dgm:t>
        <a:bodyPr/>
        <a:lstStyle/>
        <a:p>
          <a:endParaRPr lang="zh-CN" altLang="en-US"/>
        </a:p>
      </dgm:t>
    </dgm:pt>
  </dgm:ptLst>
  <dgm:cxnLst>
    <dgm:cxn modelId="{432923F7-DEC1-451A-B4C1-49A276D376E3}" srcId="{723F4E9A-15B0-40F0-AE31-3CCE57844F3B}" destId="{AB26C09D-67A0-4F1A-BD2A-D9B9F5B6A603}" srcOrd="0" destOrd="0" parTransId="{92920E7C-D058-45E8-970D-AF35958976DA}" sibTransId="{E5C8B5F1-27C4-4BAA-90F6-A05BF189ED80}"/>
    <dgm:cxn modelId="{830D8C24-CA87-4207-A4A3-9BF174042F79}" type="presOf" srcId="{723F4E9A-15B0-40F0-AE31-3CCE57844F3B}" destId="{9E239BDD-6367-4ED4-BB2F-2F994F692FA4}" srcOrd="0" destOrd="0" presId="urn:microsoft.com/office/officeart/2005/8/layout/vList2"/>
    <dgm:cxn modelId="{4DE999E5-DB0E-44BB-9F5B-B688DCC69FD0}" type="presOf" srcId="{AB26C09D-67A0-4F1A-BD2A-D9B9F5B6A603}" destId="{E17AD282-D8A2-4C27-B59E-D314B3292384}" srcOrd="0" destOrd="0" presId="urn:microsoft.com/office/officeart/2005/8/layout/vList2"/>
    <dgm:cxn modelId="{F2989981-2B81-45A3-9116-C48AAFD914F6}" type="presParOf" srcId="{9E239BDD-6367-4ED4-BB2F-2F994F692FA4}" destId="{E17AD282-D8A2-4C27-B59E-D314B3292384}" srcOrd="0" destOrd="0" presId="urn:microsoft.com/office/officeart/2005/8/layout/vList2"/>
  </dgm:cxnLst>
  <dgm:bg/>
  <dgm:whole/>
</dgm:dataModel>
</file>

<file path=ppt/diagrams/data32.xml><?xml version="1.0" encoding="utf-8"?>
<dgm:dataModel xmlns:dgm="http://schemas.openxmlformats.org/drawingml/2006/diagram" xmlns:a="http://schemas.openxmlformats.org/drawingml/2006/main">
  <dgm:ptLst>
    <dgm:pt modelId="{610F70BE-637D-4CB6-BCE6-3EBD625A2D1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4021629-62DE-4294-A214-EB5D570E06D4}">
      <dgm:prSet/>
      <dgm:spPr/>
      <dgm:t>
        <a:bodyPr/>
        <a:lstStyle/>
        <a:p>
          <a:pPr rtl="0"/>
          <a:r>
            <a:rPr lang="zh-CN" dirty="0" smtClean="0"/>
            <a:t>领导就是领导</a:t>
          </a:r>
          <a:endParaRPr lang="en-US" dirty="0"/>
        </a:p>
      </dgm:t>
    </dgm:pt>
    <dgm:pt modelId="{7EA572F4-5547-4884-8CFA-FEA509E4C882}" type="parTrans" cxnId="{78DFC8B7-D2B6-4515-ACAE-99C08F3B6B44}">
      <dgm:prSet/>
      <dgm:spPr/>
      <dgm:t>
        <a:bodyPr/>
        <a:lstStyle/>
        <a:p>
          <a:endParaRPr lang="zh-CN" altLang="en-US"/>
        </a:p>
      </dgm:t>
    </dgm:pt>
    <dgm:pt modelId="{2AF1BCC9-A1F5-46FE-B457-F50991CBE725}" type="sibTrans" cxnId="{78DFC8B7-D2B6-4515-ACAE-99C08F3B6B44}">
      <dgm:prSet/>
      <dgm:spPr/>
      <dgm:t>
        <a:bodyPr/>
        <a:lstStyle/>
        <a:p>
          <a:endParaRPr lang="zh-CN" altLang="en-US"/>
        </a:p>
      </dgm:t>
    </dgm:pt>
    <dgm:pt modelId="{E616E4AD-3F86-432B-BA4C-93A33366CD63}">
      <dgm:prSet/>
      <dgm:spPr/>
      <dgm:t>
        <a:bodyPr/>
        <a:lstStyle/>
        <a:p>
          <a:pPr rtl="0"/>
          <a:r>
            <a:rPr lang="zh-CN" dirty="0" smtClean="0"/>
            <a:t>没有得到，不是你运气不好，而是先前你已经放弃了！</a:t>
          </a:r>
          <a:endParaRPr lang="en-US" dirty="0"/>
        </a:p>
      </dgm:t>
    </dgm:pt>
    <dgm:pt modelId="{C5853D3C-31A5-4699-AF29-FDF335F1DCED}" type="parTrans" cxnId="{87FFF7F9-97D4-41A0-B124-E963F9507784}">
      <dgm:prSet/>
      <dgm:spPr/>
      <dgm:t>
        <a:bodyPr/>
        <a:lstStyle/>
        <a:p>
          <a:endParaRPr lang="zh-CN" altLang="en-US"/>
        </a:p>
      </dgm:t>
    </dgm:pt>
    <dgm:pt modelId="{A444743A-3072-4F4E-9E4A-47799E21E836}" type="sibTrans" cxnId="{87FFF7F9-97D4-41A0-B124-E963F9507784}">
      <dgm:prSet/>
      <dgm:spPr/>
      <dgm:t>
        <a:bodyPr/>
        <a:lstStyle/>
        <a:p>
          <a:endParaRPr lang="zh-CN" altLang="en-US"/>
        </a:p>
      </dgm:t>
    </dgm:pt>
    <dgm:pt modelId="{8920AE9B-31DB-476D-BD25-514DEADDE911}">
      <dgm:prSet/>
      <dgm:spPr/>
      <dgm:t>
        <a:bodyPr/>
        <a:lstStyle/>
        <a:p>
          <a:pPr rtl="0"/>
          <a:r>
            <a:rPr lang="zh-CN" dirty="0" smtClean="0"/>
            <a:t>在成为一个可以改变世界的人之前，不妨先成为一个可以改变自己的人！</a:t>
          </a:r>
          <a:endParaRPr lang="en-US" dirty="0"/>
        </a:p>
      </dgm:t>
    </dgm:pt>
    <dgm:pt modelId="{6F224555-8F80-4C36-B47A-863CA9EFA41A}" type="parTrans" cxnId="{99D13B3F-A04C-4D0E-93A3-73885EE0F451}">
      <dgm:prSet/>
      <dgm:spPr/>
      <dgm:t>
        <a:bodyPr/>
        <a:lstStyle/>
        <a:p>
          <a:endParaRPr lang="zh-CN" altLang="en-US"/>
        </a:p>
      </dgm:t>
    </dgm:pt>
    <dgm:pt modelId="{62959349-B06E-4049-AF5C-2F8BAE706E39}" type="sibTrans" cxnId="{99D13B3F-A04C-4D0E-93A3-73885EE0F451}">
      <dgm:prSet/>
      <dgm:spPr/>
      <dgm:t>
        <a:bodyPr/>
        <a:lstStyle/>
        <a:p>
          <a:endParaRPr lang="zh-CN" altLang="en-US"/>
        </a:p>
      </dgm:t>
    </dgm:pt>
    <dgm:pt modelId="{AA60D355-68A1-4B78-92F3-77C1AD8C2A78}">
      <dgm:prSet/>
      <dgm:spPr/>
      <dgm:t>
        <a:bodyPr/>
        <a:lstStyle/>
        <a:p>
          <a:pPr rtl="0"/>
          <a:r>
            <a:rPr lang="zh-CN" dirty="0" smtClean="0"/>
            <a:t>人生就是一场马拉松，跑在最前面的不一定是赢着 </a:t>
          </a:r>
          <a:endParaRPr lang="en-US" dirty="0"/>
        </a:p>
      </dgm:t>
    </dgm:pt>
    <dgm:pt modelId="{76267FD9-0876-4672-918F-B9F1A35B097D}" type="parTrans" cxnId="{8418C037-3DE9-4B65-8035-BF23DEC2EE20}">
      <dgm:prSet/>
      <dgm:spPr/>
      <dgm:t>
        <a:bodyPr/>
        <a:lstStyle/>
        <a:p>
          <a:endParaRPr lang="zh-CN" altLang="en-US"/>
        </a:p>
      </dgm:t>
    </dgm:pt>
    <dgm:pt modelId="{D9C81324-331D-4A3D-8BAA-7FD90EB24AEF}" type="sibTrans" cxnId="{8418C037-3DE9-4B65-8035-BF23DEC2EE20}">
      <dgm:prSet/>
      <dgm:spPr/>
      <dgm:t>
        <a:bodyPr/>
        <a:lstStyle/>
        <a:p>
          <a:endParaRPr lang="zh-CN" altLang="en-US"/>
        </a:p>
      </dgm:t>
    </dgm:pt>
    <dgm:pt modelId="{C4735EFA-1987-4BFE-9947-08D7CB54E713}">
      <dgm:prSet/>
      <dgm:spPr/>
      <dgm:t>
        <a:bodyPr/>
        <a:lstStyle/>
        <a:p>
          <a:pPr rtl="0"/>
          <a:r>
            <a:rPr lang="zh-CN" altLang="en-US" dirty="0" smtClean="0"/>
            <a:t>看不清未来，就做好现在</a:t>
          </a:r>
          <a:endParaRPr lang="en-US" dirty="0"/>
        </a:p>
      </dgm:t>
    </dgm:pt>
    <dgm:pt modelId="{7AB92233-4989-47B2-8622-A479DDCB44AF}" type="parTrans" cxnId="{6BD9A46D-0023-4EB1-A75E-2D6F46C7ABC9}">
      <dgm:prSet/>
      <dgm:spPr/>
      <dgm:t>
        <a:bodyPr/>
        <a:lstStyle/>
        <a:p>
          <a:endParaRPr lang="zh-CN" altLang="en-US"/>
        </a:p>
      </dgm:t>
    </dgm:pt>
    <dgm:pt modelId="{16F7C236-2CC1-4E84-AD87-46177FD1232A}" type="sibTrans" cxnId="{6BD9A46D-0023-4EB1-A75E-2D6F46C7ABC9}">
      <dgm:prSet/>
      <dgm:spPr/>
      <dgm:t>
        <a:bodyPr/>
        <a:lstStyle/>
        <a:p>
          <a:endParaRPr lang="zh-CN" altLang="en-US"/>
        </a:p>
      </dgm:t>
    </dgm:pt>
    <dgm:pt modelId="{E958536D-7846-4878-87BF-35F119D37A5F}">
      <dgm:prSet/>
      <dgm:spPr/>
      <dgm:t>
        <a:bodyPr/>
        <a:lstStyle/>
        <a:p>
          <a:pPr rtl="0"/>
          <a:r>
            <a:rPr lang="zh-CN" altLang="en-US" dirty="0" smtClean="0"/>
            <a:t>可以不成功，但不可以不成长</a:t>
          </a:r>
          <a:endParaRPr lang="en-US" dirty="0"/>
        </a:p>
      </dgm:t>
    </dgm:pt>
    <dgm:pt modelId="{C90C8264-D95C-493B-AF08-F27DC7800D2E}" type="parTrans" cxnId="{E40E9B61-F727-49DF-871A-A255C0E21E59}">
      <dgm:prSet/>
      <dgm:spPr/>
    </dgm:pt>
    <dgm:pt modelId="{6D2D5200-2C1A-4C2B-8772-82B0EEEAB63C}" type="sibTrans" cxnId="{E40E9B61-F727-49DF-871A-A255C0E21E59}">
      <dgm:prSet/>
      <dgm:spPr/>
    </dgm:pt>
    <dgm:pt modelId="{3689B0E6-1792-4C8C-8182-B48B64420C32}">
      <dgm:prSet/>
      <dgm:spPr/>
      <dgm:t>
        <a:bodyPr/>
        <a:lstStyle/>
        <a:p>
          <a:pPr rtl="0"/>
          <a:r>
            <a:rPr lang="zh-CN" smtClean="0"/>
            <a:t>每一次沟通都是</a:t>
          </a:r>
          <a:r>
            <a:rPr lang="zh-CN" altLang="en-US" smtClean="0"/>
            <a:t>营销</a:t>
          </a:r>
          <a:r>
            <a:rPr lang="zh-CN" smtClean="0"/>
            <a:t>自己</a:t>
          </a:r>
          <a:r>
            <a:rPr lang="zh-CN" altLang="en-US" smtClean="0"/>
            <a:t>最好</a:t>
          </a:r>
          <a:r>
            <a:rPr lang="zh-CN" smtClean="0"/>
            <a:t>的好机会</a:t>
          </a:r>
          <a:endParaRPr lang="en-US" dirty="0"/>
        </a:p>
      </dgm:t>
    </dgm:pt>
    <dgm:pt modelId="{4DE915EA-0F32-4E8D-A635-CB53CD4F9D0C}" type="parTrans" cxnId="{6A6260E5-BC6F-4F8E-AE36-193C45C289AA}">
      <dgm:prSet/>
      <dgm:spPr/>
    </dgm:pt>
    <dgm:pt modelId="{444F63F2-7D92-4D85-A36A-A79ED31E0A93}" type="sibTrans" cxnId="{6A6260E5-BC6F-4F8E-AE36-193C45C289AA}">
      <dgm:prSet/>
      <dgm:spPr/>
    </dgm:pt>
    <dgm:pt modelId="{69C5947B-53E5-4A23-922E-C17D51071BE4}" type="pres">
      <dgm:prSet presAssocID="{610F70BE-637D-4CB6-BCE6-3EBD625A2D1C}" presName="linear" presStyleCnt="0">
        <dgm:presLayoutVars>
          <dgm:animLvl val="lvl"/>
          <dgm:resizeHandles val="exact"/>
        </dgm:presLayoutVars>
      </dgm:prSet>
      <dgm:spPr/>
      <dgm:t>
        <a:bodyPr/>
        <a:lstStyle/>
        <a:p>
          <a:endParaRPr lang="zh-CN" altLang="en-US"/>
        </a:p>
      </dgm:t>
    </dgm:pt>
    <dgm:pt modelId="{414E3E6F-042F-4FD8-B73C-E6F3CC7E72F2}" type="pres">
      <dgm:prSet presAssocID="{A4021629-62DE-4294-A214-EB5D570E06D4}" presName="parentText" presStyleLbl="node1" presStyleIdx="0" presStyleCnt="7" custScaleY="85314">
        <dgm:presLayoutVars>
          <dgm:chMax val="0"/>
          <dgm:bulletEnabled val="1"/>
        </dgm:presLayoutVars>
      </dgm:prSet>
      <dgm:spPr/>
      <dgm:t>
        <a:bodyPr/>
        <a:lstStyle/>
        <a:p>
          <a:endParaRPr lang="zh-CN" altLang="en-US"/>
        </a:p>
      </dgm:t>
    </dgm:pt>
    <dgm:pt modelId="{A4059601-129B-435E-8E29-2D45D7C8942C}" type="pres">
      <dgm:prSet presAssocID="{2AF1BCC9-A1F5-46FE-B457-F50991CBE725}" presName="spacer" presStyleCnt="0"/>
      <dgm:spPr/>
    </dgm:pt>
    <dgm:pt modelId="{76D353D2-445C-4158-9FAD-8BA0422117FA}" type="pres">
      <dgm:prSet presAssocID="{E616E4AD-3F86-432B-BA4C-93A33366CD63}" presName="parentText" presStyleLbl="node1" presStyleIdx="1" presStyleCnt="7" custScaleY="85314">
        <dgm:presLayoutVars>
          <dgm:chMax val="0"/>
          <dgm:bulletEnabled val="1"/>
        </dgm:presLayoutVars>
      </dgm:prSet>
      <dgm:spPr/>
      <dgm:t>
        <a:bodyPr/>
        <a:lstStyle/>
        <a:p>
          <a:endParaRPr lang="zh-CN" altLang="en-US"/>
        </a:p>
      </dgm:t>
    </dgm:pt>
    <dgm:pt modelId="{826D21FB-BE6A-4C29-8276-1DCE6A616AAA}" type="pres">
      <dgm:prSet presAssocID="{A444743A-3072-4F4E-9E4A-47799E21E836}" presName="spacer" presStyleCnt="0"/>
      <dgm:spPr/>
    </dgm:pt>
    <dgm:pt modelId="{6DB47637-1D69-41CB-8866-E0525D999C02}" type="pres">
      <dgm:prSet presAssocID="{8920AE9B-31DB-476D-BD25-514DEADDE911}" presName="parentText" presStyleLbl="node1" presStyleIdx="2" presStyleCnt="7" custScaleY="85314">
        <dgm:presLayoutVars>
          <dgm:chMax val="0"/>
          <dgm:bulletEnabled val="1"/>
        </dgm:presLayoutVars>
      </dgm:prSet>
      <dgm:spPr/>
      <dgm:t>
        <a:bodyPr/>
        <a:lstStyle/>
        <a:p>
          <a:endParaRPr lang="zh-CN" altLang="en-US"/>
        </a:p>
      </dgm:t>
    </dgm:pt>
    <dgm:pt modelId="{57BC08A1-6D33-487C-9628-DAD0564CB874}" type="pres">
      <dgm:prSet presAssocID="{62959349-B06E-4049-AF5C-2F8BAE706E39}" presName="spacer" presStyleCnt="0"/>
      <dgm:spPr/>
    </dgm:pt>
    <dgm:pt modelId="{FC2B1745-9C35-4BD6-8F6F-C88F6E75DE61}" type="pres">
      <dgm:prSet presAssocID="{AA60D355-68A1-4B78-92F3-77C1AD8C2A78}" presName="parentText" presStyleLbl="node1" presStyleIdx="3" presStyleCnt="7" custScaleY="85314" custLinFactNeighborY="-98362">
        <dgm:presLayoutVars>
          <dgm:chMax val="0"/>
          <dgm:bulletEnabled val="1"/>
        </dgm:presLayoutVars>
      </dgm:prSet>
      <dgm:spPr/>
      <dgm:t>
        <a:bodyPr/>
        <a:lstStyle/>
        <a:p>
          <a:endParaRPr lang="zh-CN" altLang="en-US"/>
        </a:p>
      </dgm:t>
    </dgm:pt>
    <dgm:pt modelId="{88ED57EA-98F8-44AF-B349-3D6D528CF999}" type="pres">
      <dgm:prSet presAssocID="{D9C81324-331D-4A3D-8BAA-7FD90EB24AEF}" presName="spacer" presStyleCnt="0"/>
      <dgm:spPr/>
    </dgm:pt>
    <dgm:pt modelId="{4EEEE5BF-D3B9-4441-9EC5-29B8196D469C}" type="pres">
      <dgm:prSet presAssocID="{C4735EFA-1987-4BFE-9947-08D7CB54E713}" presName="parentText" presStyleLbl="node1" presStyleIdx="4" presStyleCnt="7" custScaleY="85314">
        <dgm:presLayoutVars>
          <dgm:chMax val="0"/>
          <dgm:bulletEnabled val="1"/>
        </dgm:presLayoutVars>
      </dgm:prSet>
      <dgm:spPr/>
      <dgm:t>
        <a:bodyPr/>
        <a:lstStyle/>
        <a:p>
          <a:endParaRPr lang="zh-CN" altLang="en-US"/>
        </a:p>
      </dgm:t>
    </dgm:pt>
    <dgm:pt modelId="{5037335D-3215-44E8-BE6C-3CDB58BE4DF0}" type="pres">
      <dgm:prSet presAssocID="{16F7C236-2CC1-4E84-AD87-46177FD1232A}" presName="spacer" presStyleCnt="0"/>
      <dgm:spPr/>
    </dgm:pt>
    <dgm:pt modelId="{88FF986E-B495-48D7-A6E4-667C5BAD9368}" type="pres">
      <dgm:prSet presAssocID="{E958536D-7846-4878-87BF-35F119D37A5F}" presName="parentText" presStyleLbl="node1" presStyleIdx="5" presStyleCnt="7">
        <dgm:presLayoutVars>
          <dgm:chMax val="0"/>
          <dgm:bulletEnabled val="1"/>
        </dgm:presLayoutVars>
      </dgm:prSet>
      <dgm:spPr/>
      <dgm:t>
        <a:bodyPr/>
        <a:lstStyle/>
        <a:p>
          <a:endParaRPr lang="zh-CN" altLang="en-US"/>
        </a:p>
      </dgm:t>
    </dgm:pt>
    <dgm:pt modelId="{3DD0C4CA-E6DC-46BA-ABBB-53DF8D94BF48}" type="pres">
      <dgm:prSet presAssocID="{6D2D5200-2C1A-4C2B-8772-82B0EEEAB63C}" presName="spacer" presStyleCnt="0"/>
      <dgm:spPr/>
    </dgm:pt>
    <dgm:pt modelId="{26EF2EB9-85EB-44CD-9E89-3A8CE90A7875}" type="pres">
      <dgm:prSet presAssocID="{3689B0E6-1792-4C8C-8182-B48B64420C32}" presName="parentText" presStyleLbl="node1" presStyleIdx="6" presStyleCnt="7">
        <dgm:presLayoutVars>
          <dgm:chMax val="0"/>
          <dgm:bulletEnabled val="1"/>
        </dgm:presLayoutVars>
      </dgm:prSet>
      <dgm:spPr/>
      <dgm:t>
        <a:bodyPr/>
        <a:lstStyle/>
        <a:p>
          <a:endParaRPr lang="zh-CN" altLang="en-US"/>
        </a:p>
      </dgm:t>
    </dgm:pt>
  </dgm:ptLst>
  <dgm:cxnLst>
    <dgm:cxn modelId="{78DFC8B7-D2B6-4515-ACAE-99C08F3B6B44}" srcId="{610F70BE-637D-4CB6-BCE6-3EBD625A2D1C}" destId="{A4021629-62DE-4294-A214-EB5D570E06D4}" srcOrd="0" destOrd="0" parTransId="{7EA572F4-5547-4884-8CFA-FEA509E4C882}" sibTransId="{2AF1BCC9-A1F5-46FE-B457-F50991CBE725}"/>
    <dgm:cxn modelId="{6A6260E5-BC6F-4F8E-AE36-193C45C289AA}" srcId="{610F70BE-637D-4CB6-BCE6-3EBD625A2D1C}" destId="{3689B0E6-1792-4C8C-8182-B48B64420C32}" srcOrd="6" destOrd="0" parTransId="{4DE915EA-0F32-4E8D-A635-CB53CD4F9D0C}" sibTransId="{444F63F2-7D92-4D85-A36A-A79ED31E0A93}"/>
    <dgm:cxn modelId="{87FFF7F9-97D4-41A0-B124-E963F9507784}" srcId="{610F70BE-637D-4CB6-BCE6-3EBD625A2D1C}" destId="{E616E4AD-3F86-432B-BA4C-93A33366CD63}" srcOrd="1" destOrd="0" parTransId="{C5853D3C-31A5-4699-AF29-FDF335F1DCED}" sibTransId="{A444743A-3072-4F4E-9E4A-47799E21E836}"/>
    <dgm:cxn modelId="{E7C8ABE0-A550-45E0-BFD3-F8E63BD7F3FE}" type="presOf" srcId="{A4021629-62DE-4294-A214-EB5D570E06D4}" destId="{414E3E6F-042F-4FD8-B73C-E6F3CC7E72F2}" srcOrd="0" destOrd="0" presId="urn:microsoft.com/office/officeart/2005/8/layout/vList2"/>
    <dgm:cxn modelId="{ABA1BDA4-7FF4-4E5A-B6A2-5DFE7AB0DE8B}" type="presOf" srcId="{3689B0E6-1792-4C8C-8182-B48B64420C32}" destId="{26EF2EB9-85EB-44CD-9E89-3A8CE90A7875}" srcOrd="0" destOrd="0" presId="urn:microsoft.com/office/officeart/2005/8/layout/vList2"/>
    <dgm:cxn modelId="{E40E9B61-F727-49DF-871A-A255C0E21E59}" srcId="{610F70BE-637D-4CB6-BCE6-3EBD625A2D1C}" destId="{E958536D-7846-4878-87BF-35F119D37A5F}" srcOrd="5" destOrd="0" parTransId="{C90C8264-D95C-493B-AF08-F27DC7800D2E}" sibTransId="{6D2D5200-2C1A-4C2B-8772-82B0EEEAB63C}"/>
    <dgm:cxn modelId="{574AFE09-6E6B-45E3-A22A-6C4409863132}" type="presOf" srcId="{610F70BE-637D-4CB6-BCE6-3EBD625A2D1C}" destId="{69C5947B-53E5-4A23-922E-C17D51071BE4}" srcOrd="0" destOrd="0" presId="urn:microsoft.com/office/officeart/2005/8/layout/vList2"/>
    <dgm:cxn modelId="{6BD9A46D-0023-4EB1-A75E-2D6F46C7ABC9}" srcId="{610F70BE-637D-4CB6-BCE6-3EBD625A2D1C}" destId="{C4735EFA-1987-4BFE-9947-08D7CB54E713}" srcOrd="4" destOrd="0" parTransId="{7AB92233-4989-47B2-8622-A479DDCB44AF}" sibTransId="{16F7C236-2CC1-4E84-AD87-46177FD1232A}"/>
    <dgm:cxn modelId="{0AE0ADC9-2174-4B2D-BED1-66AF58D3C5A1}" type="presOf" srcId="{E958536D-7846-4878-87BF-35F119D37A5F}" destId="{88FF986E-B495-48D7-A6E4-667C5BAD9368}" srcOrd="0" destOrd="0" presId="urn:microsoft.com/office/officeart/2005/8/layout/vList2"/>
    <dgm:cxn modelId="{49BE1C5C-6778-4732-9EF7-E0DEA16F2745}" type="presOf" srcId="{E616E4AD-3F86-432B-BA4C-93A33366CD63}" destId="{76D353D2-445C-4158-9FAD-8BA0422117FA}" srcOrd="0" destOrd="0" presId="urn:microsoft.com/office/officeart/2005/8/layout/vList2"/>
    <dgm:cxn modelId="{8418C037-3DE9-4B65-8035-BF23DEC2EE20}" srcId="{610F70BE-637D-4CB6-BCE6-3EBD625A2D1C}" destId="{AA60D355-68A1-4B78-92F3-77C1AD8C2A78}" srcOrd="3" destOrd="0" parTransId="{76267FD9-0876-4672-918F-B9F1A35B097D}" sibTransId="{D9C81324-331D-4A3D-8BAA-7FD90EB24AEF}"/>
    <dgm:cxn modelId="{96131C81-D20A-4067-9B01-3B7B140B29DC}" type="presOf" srcId="{8920AE9B-31DB-476D-BD25-514DEADDE911}" destId="{6DB47637-1D69-41CB-8866-E0525D999C02}" srcOrd="0" destOrd="0" presId="urn:microsoft.com/office/officeart/2005/8/layout/vList2"/>
    <dgm:cxn modelId="{99D13B3F-A04C-4D0E-93A3-73885EE0F451}" srcId="{610F70BE-637D-4CB6-BCE6-3EBD625A2D1C}" destId="{8920AE9B-31DB-476D-BD25-514DEADDE911}" srcOrd="2" destOrd="0" parTransId="{6F224555-8F80-4C36-B47A-863CA9EFA41A}" sibTransId="{62959349-B06E-4049-AF5C-2F8BAE706E39}"/>
    <dgm:cxn modelId="{41F61696-6CC4-4936-BB72-16C964E93347}" type="presOf" srcId="{AA60D355-68A1-4B78-92F3-77C1AD8C2A78}" destId="{FC2B1745-9C35-4BD6-8F6F-C88F6E75DE61}" srcOrd="0" destOrd="0" presId="urn:microsoft.com/office/officeart/2005/8/layout/vList2"/>
    <dgm:cxn modelId="{801BABB4-8C06-4791-BD86-54F932988739}" type="presOf" srcId="{C4735EFA-1987-4BFE-9947-08D7CB54E713}" destId="{4EEEE5BF-D3B9-4441-9EC5-29B8196D469C}" srcOrd="0" destOrd="0" presId="urn:microsoft.com/office/officeart/2005/8/layout/vList2"/>
    <dgm:cxn modelId="{D6E3C138-06AD-43F4-81AA-8426E28D788B}" type="presParOf" srcId="{69C5947B-53E5-4A23-922E-C17D51071BE4}" destId="{414E3E6F-042F-4FD8-B73C-E6F3CC7E72F2}" srcOrd="0" destOrd="0" presId="urn:microsoft.com/office/officeart/2005/8/layout/vList2"/>
    <dgm:cxn modelId="{6842F81A-2690-4376-9F44-1B18A51497AE}" type="presParOf" srcId="{69C5947B-53E5-4A23-922E-C17D51071BE4}" destId="{A4059601-129B-435E-8E29-2D45D7C8942C}" srcOrd="1" destOrd="0" presId="urn:microsoft.com/office/officeart/2005/8/layout/vList2"/>
    <dgm:cxn modelId="{867C2042-685D-4B4F-A019-E3DABA70D70F}" type="presParOf" srcId="{69C5947B-53E5-4A23-922E-C17D51071BE4}" destId="{76D353D2-445C-4158-9FAD-8BA0422117FA}" srcOrd="2" destOrd="0" presId="urn:microsoft.com/office/officeart/2005/8/layout/vList2"/>
    <dgm:cxn modelId="{181D715E-BE46-4E93-8292-662FDAC7D44C}" type="presParOf" srcId="{69C5947B-53E5-4A23-922E-C17D51071BE4}" destId="{826D21FB-BE6A-4C29-8276-1DCE6A616AAA}" srcOrd="3" destOrd="0" presId="urn:microsoft.com/office/officeart/2005/8/layout/vList2"/>
    <dgm:cxn modelId="{C5A7D536-700B-4A9A-84CD-36943E477C77}" type="presParOf" srcId="{69C5947B-53E5-4A23-922E-C17D51071BE4}" destId="{6DB47637-1D69-41CB-8866-E0525D999C02}" srcOrd="4" destOrd="0" presId="urn:microsoft.com/office/officeart/2005/8/layout/vList2"/>
    <dgm:cxn modelId="{9561B526-87C0-4705-80F2-02472D548B18}" type="presParOf" srcId="{69C5947B-53E5-4A23-922E-C17D51071BE4}" destId="{57BC08A1-6D33-487C-9628-DAD0564CB874}" srcOrd="5" destOrd="0" presId="urn:microsoft.com/office/officeart/2005/8/layout/vList2"/>
    <dgm:cxn modelId="{7BF5BEB4-CBBD-4609-BD0A-D8AA3C83207C}" type="presParOf" srcId="{69C5947B-53E5-4A23-922E-C17D51071BE4}" destId="{FC2B1745-9C35-4BD6-8F6F-C88F6E75DE61}" srcOrd="6" destOrd="0" presId="urn:microsoft.com/office/officeart/2005/8/layout/vList2"/>
    <dgm:cxn modelId="{E0235330-4C96-4F25-A14E-FBFADAE8CBC1}" type="presParOf" srcId="{69C5947B-53E5-4A23-922E-C17D51071BE4}" destId="{88ED57EA-98F8-44AF-B349-3D6D528CF999}" srcOrd="7" destOrd="0" presId="urn:microsoft.com/office/officeart/2005/8/layout/vList2"/>
    <dgm:cxn modelId="{E1AC7493-5FC5-4693-8BC9-E44DC82CE385}" type="presParOf" srcId="{69C5947B-53E5-4A23-922E-C17D51071BE4}" destId="{4EEEE5BF-D3B9-4441-9EC5-29B8196D469C}" srcOrd="8" destOrd="0" presId="urn:microsoft.com/office/officeart/2005/8/layout/vList2"/>
    <dgm:cxn modelId="{3389F513-69B2-4711-BF81-0BCA16435A0D}" type="presParOf" srcId="{69C5947B-53E5-4A23-922E-C17D51071BE4}" destId="{5037335D-3215-44E8-BE6C-3CDB58BE4DF0}" srcOrd="9" destOrd="0" presId="urn:microsoft.com/office/officeart/2005/8/layout/vList2"/>
    <dgm:cxn modelId="{D798AE7A-674B-4158-95EF-05278FEC7F4D}" type="presParOf" srcId="{69C5947B-53E5-4A23-922E-C17D51071BE4}" destId="{88FF986E-B495-48D7-A6E4-667C5BAD9368}" srcOrd="10" destOrd="0" presId="urn:microsoft.com/office/officeart/2005/8/layout/vList2"/>
    <dgm:cxn modelId="{ACA6BEAB-510E-4567-8290-0AC15AF286D0}" type="presParOf" srcId="{69C5947B-53E5-4A23-922E-C17D51071BE4}" destId="{3DD0C4CA-E6DC-46BA-ABBB-53DF8D94BF48}" srcOrd="11" destOrd="0" presId="urn:microsoft.com/office/officeart/2005/8/layout/vList2"/>
    <dgm:cxn modelId="{519C1892-6325-4CEB-81E5-377B6CE61EA7}" type="presParOf" srcId="{69C5947B-53E5-4A23-922E-C17D51071BE4}" destId="{26EF2EB9-85EB-44CD-9E89-3A8CE90A7875}" srcOrd="12" destOrd="0" presId="urn:microsoft.com/office/officeart/2005/8/layout/vList2"/>
  </dgm:cxnLst>
  <dgm:bg/>
  <dgm:whole/>
</dgm:dataModel>
</file>

<file path=ppt/diagrams/data33.xml><?xml version="1.0" encoding="utf-8"?>
<dgm:dataModel xmlns:dgm="http://schemas.openxmlformats.org/drawingml/2006/diagram" xmlns:a="http://schemas.openxmlformats.org/drawingml/2006/main">
  <dgm:ptLst>
    <dgm:pt modelId="{610F70BE-637D-4CB6-BCE6-3EBD625A2D1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058679D-4A2E-45B0-8A6B-CF22A5CB8437}">
      <dgm:prSet/>
      <dgm:spPr/>
      <dgm:t>
        <a:bodyPr/>
        <a:lstStyle/>
        <a:p>
          <a:pPr rtl="0"/>
          <a:r>
            <a:rPr lang="zh-CN" dirty="0" smtClean="0"/>
            <a:t>如果你不逼自己，你永远不知道自己有多少潜力</a:t>
          </a:r>
          <a:endParaRPr lang="en-US" dirty="0"/>
        </a:p>
      </dgm:t>
    </dgm:pt>
    <dgm:pt modelId="{8F4675AF-B40C-444F-8A7B-64972806C2EC}" type="parTrans" cxnId="{BC3930BA-6C68-4873-ACD9-58D7EE9A503D}">
      <dgm:prSet/>
      <dgm:spPr/>
      <dgm:t>
        <a:bodyPr/>
        <a:lstStyle/>
        <a:p>
          <a:endParaRPr lang="zh-CN" altLang="en-US"/>
        </a:p>
      </dgm:t>
    </dgm:pt>
    <dgm:pt modelId="{00CCC038-7E85-4F62-BF84-6EC6883CC7E0}" type="sibTrans" cxnId="{BC3930BA-6C68-4873-ACD9-58D7EE9A503D}">
      <dgm:prSet/>
      <dgm:spPr/>
      <dgm:t>
        <a:bodyPr/>
        <a:lstStyle/>
        <a:p>
          <a:endParaRPr lang="zh-CN" altLang="en-US"/>
        </a:p>
      </dgm:t>
    </dgm:pt>
    <dgm:pt modelId="{ACDB9DAE-0866-407C-85F4-D33D18B80B8A}">
      <dgm:prSet/>
      <dgm:spPr/>
      <dgm:t>
        <a:bodyPr/>
        <a:lstStyle/>
        <a:p>
          <a:pPr rtl="0"/>
          <a:r>
            <a:rPr lang="zh-CN" altLang="en-US" b="0" i="0" dirty="0" smtClean="0"/>
            <a:t>所有的人都在想方设法的放弃，所以只要你不要放弃那就赢了</a:t>
          </a:r>
          <a:endParaRPr lang="en-US" dirty="0"/>
        </a:p>
      </dgm:t>
    </dgm:pt>
    <dgm:pt modelId="{3337B190-41B7-4C57-B6EE-196706C8D196}" type="parTrans" cxnId="{937C5C22-24CB-479A-8827-E40DC3866378}">
      <dgm:prSet/>
      <dgm:spPr/>
      <dgm:t>
        <a:bodyPr/>
        <a:lstStyle/>
        <a:p>
          <a:endParaRPr lang="zh-CN" altLang="en-US"/>
        </a:p>
      </dgm:t>
    </dgm:pt>
    <dgm:pt modelId="{9B1FBF21-7409-4BF5-99F3-4EF16D1878CA}" type="sibTrans" cxnId="{937C5C22-24CB-479A-8827-E40DC3866378}">
      <dgm:prSet/>
      <dgm:spPr/>
      <dgm:t>
        <a:bodyPr/>
        <a:lstStyle/>
        <a:p>
          <a:endParaRPr lang="zh-CN" altLang="en-US"/>
        </a:p>
      </dgm:t>
    </dgm:pt>
    <dgm:pt modelId="{95214DEE-93E2-4B57-876B-ECE89BE966DE}">
      <dgm:prSet/>
      <dgm:spPr/>
      <dgm:t>
        <a:bodyPr/>
        <a:lstStyle/>
        <a:p>
          <a:pPr rtl="0"/>
          <a:r>
            <a:rPr lang="zh-CN" altLang="en-US" dirty="0" smtClean="0"/>
            <a:t>幸福从未离开</a:t>
          </a:r>
          <a:r>
            <a:rPr lang="zh-CN" altLang="en-US" dirty="0" smtClean="0"/>
            <a:t>，只是你视而不见</a:t>
          </a:r>
          <a:endParaRPr lang="en-US" dirty="0"/>
        </a:p>
      </dgm:t>
    </dgm:pt>
    <dgm:pt modelId="{E48E3E94-BEB0-482C-BC59-B22FC959B218}" type="parTrans" cxnId="{89331908-0F57-45E3-94C5-A0D86D5E66DE}">
      <dgm:prSet/>
      <dgm:spPr/>
      <dgm:t>
        <a:bodyPr/>
        <a:lstStyle/>
        <a:p>
          <a:endParaRPr lang="zh-CN" altLang="en-US"/>
        </a:p>
      </dgm:t>
    </dgm:pt>
    <dgm:pt modelId="{3175D61F-B22B-4F4C-8637-AA7B04DC6880}" type="sibTrans" cxnId="{89331908-0F57-45E3-94C5-A0D86D5E66DE}">
      <dgm:prSet/>
      <dgm:spPr/>
      <dgm:t>
        <a:bodyPr/>
        <a:lstStyle/>
        <a:p>
          <a:endParaRPr lang="zh-CN" altLang="en-US"/>
        </a:p>
      </dgm:t>
    </dgm:pt>
    <dgm:pt modelId="{D08CBF68-B86E-4748-9B20-276DB9480CE7}">
      <dgm:prSet/>
      <dgm:spPr/>
      <dgm:t>
        <a:bodyPr/>
        <a:lstStyle/>
        <a:p>
          <a:pPr rtl="0"/>
          <a:r>
            <a:rPr lang="zh-CN" altLang="en-US" dirty="0" smtClean="0"/>
            <a:t>人生最终的敌人不是别人，是你自己</a:t>
          </a:r>
          <a:endParaRPr lang="en-US" dirty="0"/>
        </a:p>
      </dgm:t>
    </dgm:pt>
    <dgm:pt modelId="{F64B01E2-176E-4DBC-B1D0-3D3D94A7BA2B}" type="parTrans" cxnId="{05CE531F-D354-4429-9550-53943CD4EA40}">
      <dgm:prSet/>
      <dgm:spPr/>
      <dgm:t>
        <a:bodyPr/>
        <a:lstStyle/>
        <a:p>
          <a:endParaRPr lang="zh-CN" altLang="en-US"/>
        </a:p>
      </dgm:t>
    </dgm:pt>
    <dgm:pt modelId="{E0F167D4-0355-4276-A63F-4F250C5F4BFE}" type="sibTrans" cxnId="{05CE531F-D354-4429-9550-53943CD4EA40}">
      <dgm:prSet/>
      <dgm:spPr/>
      <dgm:t>
        <a:bodyPr/>
        <a:lstStyle/>
        <a:p>
          <a:endParaRPr lang="zh-CN" altLang="en-US"/>
        </a:p>
      </dgm:t>
    </dgm:pt>
    <dgm:pt modelId="{B7001A46-07BE-4770-A0D0-1AC4E7401919}">
      <dgm:prSet/>
      <dgm:spPr/>
      <dgm:t>
        <a:bodyPr/>
        <a:lstStyle/>
        <a:p>
          <a:pPr rtl="0"/>
          <a:r>
            <a:rPr lang="zh-CN" altLang="en-US" b="0" i="0" smtClean="0"/>
            <a:t>优秀</a:t>
          </a:r>
          <a:r>
            <a:rPr lang="zh-CN" altLang="en-US" b="0" i="0" dirty="0" smtClean="0"/>
            <a:t>不是一次行为，而是一种习惯</a:t>
          </a:r>
          <a:endParaRPr lang="en-US" dirty="0"/>
        </a:p>
      </dgm:t>
    </dgm:pt>
    <dgm:pt modelId="{B2D9A9D9-F514-4474-9937-5D8BE08FC499}" type="parTrans" cxnId="{885E67D5-4D1D-4F1A-97F6-F5CBEE50468C}">
      <dgm:prSet/>
      <dgm:spPr/>
      <dgm:t>
        <a:bodyPr/>
        <a:lstStyle/>
        <a:p>
          <a:endParaRPr lang="zh-CN" altLang="en-US"/>
        </a:p>
      </dgm:t>
    </dgm:pt>
    <dgm:pt modelId="{4D7FF056-487D-4B39-923D-4FF43CA0DD12}" type="sibTrans" cxnId="{885E67D5-4D1D-4F1A-97F6-F5CBEE50468C}">
      <dgm:prSet/>
      <dgm:spPr/>
      <dgm:t>
        <a:bodyPr/>
        <a:lstStyle/>
        <a:p>
          <a:endParaRPr lang="zh-CN" altLang="en-US"/>
        </a:p>
      </dgm:t>
    </dgm:pt>
    <dgm:pt modelId="{4C266A18-33AE-4EEB-86C1-CEF38C134939}">
      <dgm:prSet/>
      <dgm:spPr/>
      <dgm:t>
        <a:bodyPr/>
        <a:lstStyle/>
        <a:p>
          <a:pPr rtl="0"/>
          <a:r>
            <a:rPr lang="zh-CN" altLang="en-US" dirty="0" smtClean="0"/>
            <a:t>你不是要成为别人，而是真正的自己</a:t>
          </a:r>
          <a:endParaRPr lang="en-US" dirty="0"/>
        </a:p>
      </dgm:t>
    </dgm:pt>
    <dgm:pt modelId="{2D79C0CC-1307-4F30-A79C-BC914A22FFAA}" type="parTrans" cxnId="{A17B21D5-42FA-4B30-80AB-89E42A3BA0C0}">
      <dgm:prSet/>
      <dgm:spPr/>
      <dgm:t>
        <a:bodyPr/>
        <a:lstStyle/>
        <a:p>
          <a:endParaRPr lang="zh-CN" altLang="en-US"/>
        </a:p>
      </dgm:t>
    </dgm:pt>
    <dgm:pt modelId="{46AA0F32-DC7A-4271-9222-38FFCE06FBA4}" type="sibTrans" cxnId="{A17B21D5-42FA-4B30-80AB-89E42A3BA0C0}">
      <dgm:prSet/>
      <dgm:spPr/>
      <dgm:t>
        <a:bodyPr/>
        <a:lstStyle/>
        <a:p>
          <a:endParaRPr lang="zh-CN" altLang="en-US"/>
        </a:p>
      </dgm:t>
    </dgm:pt>
    <dgm:pt modelId="{FFBBD953-6A8A-4490-A1E5-A7902B880F28}">
      <dgm:prSet/>
      <dgm:spPr/>
      <dgm:t>
        <a:bodyPr/>
        <a:lstStyle/>
        <a:p>
          <a:pPr rtl="0"/>
          <a:r>
            <a:rPr lang="zh-CN" altLang="en-US" b="0" i="0" dirty="0" smtClean="0"/>
            <a:t>很多人喜欢一件事情都是表面的喜欢，一旦要付出努力就会望而却步</a:t>
          </a:r>
          <a:endParaRPr lang="en-US" dirty="0"/>
        </a:p>
      </dgm:t>
    </dgm:pt>
    <dgm:pt modelId="{97D37688-41B3-44E5-B3C7-C2B706881348}" type="parTrans" cxnId="{38D3AB3E-A318-4023-9311-D195909D878F}">
      <dgm:prSet/>
      <dgm:spPr/>
      <dgm:t>
        <a:bodyPr/>
        <a:lstStyle/>
        <a:p>
          <a:endParaRPr lang="zh-CN" altLang="en-US"/>
        </a:p>
      </dgm:t>
    </dgm:pt>
    <dgm:pt modelId="{726E4A7C-BD67-4BE4-9E24-3185026F38B3}" type="sibTrans" cxnId="{38D3AB3E-A318-4023-9311-D195909D878F}">
      <dgm:prSet/>
      <dgm:spPr/>
      <dgm:t>
        <a:bodyPr/>
        <a:lstStyle/>
        <a:p>
          <a:endParaRPr lang="zh-CN" altLang="en-US"/>
        </a:p>
      </dgm:t>
    </dgm:pt>
    <dgm:pt modelId="{1D079BDA-799C-4617-AFB5-56BAB3AA67C1}">
      <dgm:prSet/>
      <dgm:spPr/>
      <dgm:t>
        <a:bodyPr/>
        <a:lstStyle/>
        <a:p>
          <a:pPr rtl="0"/>
          <a:r>
            <a:rPr lang="zh-CN" altLang="en-US" smtClean="0"/>
            <a:t>改变自己从学习开始</a:t>
          </a:r>
          <a:endParaRPr lang="en-US" dirty="0"/>
        </a:p>
      </dgm:t>
    </dgm:pt>
    <dgm:pt modelId="{4B864D2F-18A4-4B56-AA86-749800F9B735}" type="parTrans" cxnId="{AF460DA9-C0F2-431A-B35A-CE2093700F75}">
      <dgm:prSet/>
      <dgm:spPr/>
    </dgm:pt>
    <dgm:pt modelId="{E9B295E8-F27D-403B-B1C6-81ECB7E2371B}" type="sibTrans" cxnId="{AF460DA9-C0F2-431A-B35A-CE2093700F75}">
      <dgm:prSet/>
      <dgm:spPr/>
    </dgm:pt>
    <dgm:pt modelId="{69C5947B-53E5-4A23-922E-C17D51071BE4}" type="pres">
      <dgm:prSet presAssocID="{610F70BE-637D-4CB6-BCE6-3EBD625A2D1C}" presName="linear" presStyleCnt="0">
        <dgm:presLayoutVars>
          <dgm:animLvl val="lvl"/>
          <dgm:resizeHandles val="exact"/>
        </dgm:presLayoutVars>
      </dgm:prSet>
      <dgm:spPr/>
      <dgm:t>
        <a:bodyPr/>
        <a:lstStyle/>
        <a:p>
          <a:endParaRPr lang="zh-CN" altLang="en-US"/>
        </a:p>
      </dgm:t>
    </dgm:pt>
    <dgm:pt modelId="{07F7052D-484B-4CD9-A4F5-641C14C5445B}" type="pres">
      <dgm:prSet presAssocID="{A058679D-4A2E-45B0-8A6B-CF22A5CB8437}" presName="parentText" presStyleLbl="node1" presStyleIdx="0" presStyleCnt="8" custScaleY="127101">
        <dgm:presLayoutVars>
          <dgm:chMax val="0"/>
          <dgm:bulletEnabled val="1"/>
        </dgm:presLayoutVars>
      </dgm:prSet>
      <dgm:spPr/>
      <dgm:t>
        <a:bodyPr/>
        <a:lstStyle/>
        <a:p>
          <a:endParaRPr lang="zh-CN" altLang="en-US"/>
        </a:p>
      </dgm:t>
    </dgm:pt>
    <dgm:pt modelId="{43C6CBA2-F6DC-4A7A-A1B1-40B1A4BD1178}" type="pres">
      <dgm:prSet presAssocID="{00CCC038-7E85-4F62-BF84-6EC6883CC7E0}" presName="spacer" presStyleCnt="0"/>
      <dgm:spPr/>
    </dgm:pt>
    <dgm:pt modelId="{79CF4D06-9FBC-440C-B155-78947E496763}" type="pres">
      <dgm:prSet presAssocID="{ACDB9DAE-0866-407C-85F4-D33D18B80B8A}" presName="parentText" presStyleLbl="node1" presStyleIdx="1" presStyleCnt="8" custScaleY="118622">
        <dgm:presLayoutVars>
          <dgm:chMax val="0"/>
          <dgm:bulletEnabled val="1"/>
        </dgm:presLayoutVars>
      </dgm:prSet>
      <dgm:spPr/>
      <dgm:t>
        <a:bodyPr/>
        <a:lstStyle/>
        <a:p>
          <a:endParaRPr lang="zh-CN" altLang="en-US"/>
        </a:p>
      </dgm:t>
    </dgm:pt>
    <dgm:pt modelId="{49E1DD08-BBD1-447E-A71E-334C9E79C524}" type="pres">
      <dgm:prSet presAssocID="{9B1FBF21-7409-4BF5-99F3-4EF16D1878CA}" presName="spacer" presStyleCnt="0"/>
      <dgm:spPr/>
    </dgm:pt>
    <dgm:pt modelId="{FC689364-D6D6-403A-A39E-7CCD28FC0FAC}" type="pres">
      <dgm:prSet presAssocID="{D08CBF68-B86E-4748-9B20-276DB9480CE7}" presName="parentText" presStyleLbl="node1" presStyleIdx="2" presStyleCnt="8">
        <dgm:presLayoutVars>
          <dgm:chMax val="0"/>
          <dgm:bulletEnabled val="1"/>
        </dgm:presLayoutVars>
      </dgm:prSet>
      <dgm:spPr/>
      <dgm:t>
        <a:bodyPr/>
        <a:lstStyle/>
        <a:p>
          <a:endParaRPr lang="zh-CN" altLang="en-US"/>
        </a:p>
      </dgm:t>
    </dgm:pt>
    <dgm:pt modelId="{8E043535-083C-4A96-99D3-7A07977D61CE}" type="pres">
      <dgm:prSet presAssocID="{E0F167D4-0355-4276-A63F-4F250C5F4BFE}" presName="spacer" presStyleCnt="0"/>
      <dgm:spPr/>
    </dgm:pt>
    <dgm:pt modelId="{660F7D61-6A2E-4012-8A86-097D5ADEB081}" type="pres">
      <dgm:prSet presAssocID="{95214DEE-93E2-4B57-876B-ECE89BE966DE}" presName="parentText" presStyleLbl="node1" presStyleIdx="3" presStyleCnt="8" custScaleY="119519">
        <dgm:presLayoutVars>
          <dgm:chMax val="0"/>
          <dgm:bulletEnabled val="1"/>
        </dgm:presLayoutVars>
      </dgm:prSet>
      <dgm:spPr/>
      <dgm:t>
        <a:bodyPr/>
        <a:lstStyle/>
        <a:p>
          <a:endParaRPr lang="zh-CN" altLang="en-US"/>
        </a:p>
      </dgm:t>
    </dgm:pt>
    <dgm:pt modelId="{21D653BC-8179-40D8-9D65-D258DADCFFA2}" type="pres">
      <dgm:prSet presAssocID="{3175D61F-B22B-4F4C-8637-AA7B04DC6880}" presName="spacer" presStyleCnt="0"/>
      <dgm:spPr/>
    </dgm:pt>
    <dgm:pt modelId="{91E6EC00-7E2B-4235-A962-FA0CCA46335C}" type="pres">
      <dgm:prSet presAssocID="{1D079BDA-799C-4617-AFB5-56BAB3AA67C1}" presName="parentText" presStyleLbl="node1" presStyleIdx="4" presStyleCnt="8">
        <dgm:presLayoutVars>
          <dgm:chMax val="0"/>
          <dgm:bulletEnabled val="1"/>
        </dgm:presLayoutVars>
      </dgm:prSet>
      <dgm:spPr/>
      <dgm:t>
        <a:bodyPr/>
        <a:lstStyle/>
        <a:p>
          <a:endParaRPr lang="zh-CN" altLang="en-US"/>
        </a:p>
      </dgm:t>
    </dgm:pt>
    <dgm:pt modelId="{FA0D8CA0-C3DA-4004-BFF5-29551C9C6B22}" type="pres">
      <dgm:prSet presAssocID="{E9B295E8-F27D-403B-B1C6-81ECB7E2371B}" presName="spacer" presStyleCnt="0"/>
      <dgm:spPr/>
    </dgm:pt>
    <dgm:pt modelId="{B251089A-C222-404D-8966-9A3B1F2E374D}" type="pres">
      <dgm:prSet presAssocID="{FFBBD953-6A8A-4490-A1E5-A7902B880F28}" presName="parentText" presStyleLbl="node1" presStyleIdx="5" presStyleCnt="8">
        <dgm:presLayoutVars>
          <dgm:chMax val="0"/>
          <dgm:bulletEnabled val="1"/>
        </dgm:presLayoutVars>
      </dgm:prSet>
      <dgm:spPr/>
      <dgm:t>
        <a:bodyPr/>
        <a:lstStyle/>
        <a:p>
          <a:endParaRPr lang="zh-CN" altLang="en-US"/>
        </a:p>
      </dgm:t>
    </dgm:pt>
    <dgm:pt modelId="{01A5CFFC-5C75-4755-93BD-37D9AEAA2092}" type="pres">
      <dgm:prSet presAssocID="{726E4A7C-BD67-4BE4-9E24-3185026F38B3}" presName="spacer" presStyleCnt="0"/>
      <dgm:spPr/>
    </dgm:pt>
    <dgm:pt modelId="{61B8182E-7978-495E-8EAC-7CEA5DD03BEB}" type="pres">
      <dgm:prSet presAssocID="{B7001A46-07BE-4770-A0D0-1AC4E7401919}" presName="parentText" presStyleLbl="node1" presStyleIdx="6" presStyleCnt="8">
        <dgm:presLayoutVars>
          <dgm:chMax val="0"/>
          <dgm:bulletEnabled val="1"/>
        </dgm:presLayoutVars>
      </dgm:prSet>
      <dgm:spPr/>
      <dgm:t>
        <a:bodyPr/>
        <a:lstStyle/>
        <a:p>
          <a:endParaRPr lang="zh-CN" altLang="en-US"/>
        </a:p>
      </dgm:t>
    </dgm:pt>
    <dgm:pt modelId="{94B47868-D977-40B6-9C71-0C0CE05E6D69}" type="pres">
      <dgm:prSet presAssocID="{4D7FF056-487D-4B39-923D-4FF43CA0DD12}" presName="spacer" presStyleCnt="0"/>
      <dgm:spPr/>
    </dgm:pt>
    <dgm:pt modelId="{E9DFE74F-E19B-45A9-BD2D-C5DAD2E64BC7}" type="pres">
      <dgm:prSet presAssocID="{4C266A18-33AE-4EEB-86C1-CEF38C134939}" presName="parentText" presStyleLbl="node1" presStyleIdx="7" presStyleCnt="8">
        <dgm:presLayoutVars>
          <dgm:chMax val="0"/>
          <dgm:bulletEnabled val="1"/>
        </dgm:presLayoutVars>
      </dgm:prSet>
      <dgm:spPr/>
      <dgm:t>
        <a:bodyPr/>
        <a:lstStyle/>
        <a:p>
          <a:endParaRPr lang="zh-CN" altLang="en-US"/>
        </a:p>
      </dgm:t>
    </dgm:pt>
  </dgm:ptLst>
  <dgm:cxnLst>
    <dgm:cxn modelId="{CC73C94D-A1AA-4AD2-8731-2847725ABA10}" type="presOf" srcId="{FFBBD953-6A8A-4490-A1E5-A7902B880F28}" destId="{B251089A-C222-404D-8966-9A3B1F2E374D}" srcOrd="0" destOrd="0" presId="urn:microsoft.com/office/officeart/2005/8/layout/vList2"/>
    <dgm:cxn modelId="{937C5C22-24CB-479A-8827-E40DC3866378}" srcId="{610F70BE-637D-4CB6-BCE6-3EBD625A2D1C}" destId="{ACDB9DAE-0866-407C-85F4-D33D18B80B8A}" srcOrd="1" destOrd="0" parTransId="{3337B190-41B7-4C57-B6EE-196706C8D196}" sibTransId="{9B1FBF21-7409-4BF5-99F3-4EF16D1878CA}"/>
    <dgm:cxn modelId="{A17B21D5-42FA-4B30-80AB-89E42A3BA0C0}" srcId="{610F70BE-637D-4CB6-BCE6-3EBD625A2D1C}" destId="{4C266A18-33AE-4EEB-86C1-CEF38C134939}" srcOrd="7" destOrd="0" parTransId="{2D79C0CC-1307-4F30-A79C-BC914A22FFAA}" sibTransId="{46AA0F32-DC7A-4271-9222-38FFCE06FBA4}"/>
    <dgm:cxn modelId="{E1DD362E-3781-412C-A880-8A82085D84D6}" type="presOf" srcId="{D08CBF68-B86E-4748-9B20-276DB9480CE7}" destId="{FC689364-D6D6-403A-A39E-7CCD28FC0FAC}" srcOrd="0" destOrd="0" presId="urn:microsoft.com/office/officeart/2005/8/layout/vList2"/>
    <dgm:cxn modelId="{89331908-0F57-45E3-94C5-A0D86D5E66DE}" srcId="{610F70BE-637D-4CB6-BCE6-3EBD625A2D1C}" destId="{95214DEE-93E2-4B57-876B-ECE89BE966DE}" srcOrd="3" destOrd="0" parTransId="{E48E3E94-BEB0-482C-BC59-B22FC959B218}" sibTransId="{3175D61F-B22B-4F4C-8637-AA7B04DC6880}"/>
    <dgm:cxn modelId="{CD961602-BBB3-42BF-9567-39035F4387A5}" type="presOf" srcId="{A058679D-4A2E-45B0-8A6B-CF22A5CB8437}" destId="{07F7052D-484B-4CD9-A4F5-641C14C5445B}" srcOrd="0" destOrd="0" presId="urn:microsoft.com/office/officeart/2005/8/layout/vList2"/>
    <dgm:cxn modelId="{91A5B36B-9E89-46E5-AC85-47C3E05F2F0C}" type="presOf" srcId="{1D079BDA-799C-4617-AFB5-56BAB3AA67C1}" destId="{91E6EC00-7E2B-4235-A962-FA0CCA46335C}" srcOrd="0" destOrd="0" presId="urn:microsoft.com/office/officeart/2005/8/layout/vList2"/>
    <dgm:cxn modelId="{AF460DA9-C0F2-431A-B35A-CE2093700F75}" srcId="{610F70BE-637D-4CB6-BCE6-3EBD625A2D1C}" destId="{1D079BDA-799C-4617-AFB5-56BAB3AA67C1}" srcOrd="4" destOrd="0" parTransId="{4B864D2F-18A4-4B56-AA86-749800F9B735}" sibTransId="{E9B295E8-F27D-403B-B1C6-81ECB7E2371B}"/>
    <dgm:cxn modelId="{002383F8-5B61-44F3-8E38-6DE8111450D3}" type="presOf" srcId="{ACDB9DAE-0866-407C-85F4-D33D18B80B8A}" destId="{79CF4D06-9FBC-440C-B155-78947E496763}" srcOrd="0" destOrd="0" presId="urn:microsoft.com/office/officeart/2005/8/layout/vList2"/>
    <dgm:cxn modelId="{05CE531F-D354-4429-9550-53943CD4EA40}" srcId="{610F70BE-637D-4CB6-BCE6-3EBD625A2D1C}" destId="{D08CBF68-B86E-4748-9B20-276DB9480CE7}" srcOrd="2" destOrd="0" parTransId="{F64B01E2-176E-4DBC-B1D0-3D3D94A7BA2B}" sibTransId="{E0F167D4-0355-4276-A63F-4F250C5F4BFE}"/>
    <dgm:cxn modelId="{8D772279-8E94-467C-992D-4D538C48FD26}" type="presOf" srcId="{610F70BE-637D-4CB6-BCE6-3EBD625A2D1C}" destId="{69C5947B-53E5-4A23-922E-C17D51071BE4}" srcOrd="0" destOrd="0" presId="urn:microsoft.com/office/officeart/2005/8/layout/vList2"/>
    <dgm:cxn modelId="{BC3930BA-6C68-4873-ACD9-58D7EE9A503D}" srcId="{610F70BE-637D-4CB6-BCE6-3EBD625A2D1C}" destId="{A058679D-4A2E-45B0-8A6B-CF22A5CB8437}" srcOrd="0" destOrd="0" parTransId="{8F4675AF-B40C-444F-8A7B-64972806C2EC}" sibTransId="{00CCC038-7E85-4F62-BF84-6EC6883CC7E0}"/>
    <dgm:cxn modelId="{885E67D5-4D1D-4F1A-97F6-F5CBEE50468C}" srcId="{610F70BE-637D-4CB6-BCE6-3EBD625A2D1C}" destId="{B7001A46-07BE-4770-A0D0-1AC4E7401919}" srcOrd="6" destOrd="0" parTransId="{B2D9A9D9-F514-4474-9937-5D8BE08FC499}" sibTransId="{4D7FF056-487D-4B39-923D-4FF43CA0DD12}"/>
    <dgm:cxn modelId="{38D3AB3E-A318-4023-9311-D195909D878F}" srcId="{610F70BE-637D-4CB6-BCE6-3EBD625A2D1C}" destId="{FFBBD953-6A8A-4490-A1E5-A7902B880F28}" srcOrd="5" destOrd="0" parTransId="{97D37688-41B3-44E5-B3C7-C2B706881348}" sibTransId="{726E4A7C-BD67-4BE4-9E24-3185026F38B3}"/>
    <dgm:cxn modelId="{3CF372C8-064A-4383-B289-6D237060A9F2}" type="presOf" srcId="{B7001A46-07BE-4770-A0D0-1AC4E7401919}" destId="{61B8182E-7978-495E-8EAC-7CEA5DD03BEB}" srcOrd="0" destOrd="0" presId="urn:microsoft.com/office/officeart/2005/8/layout/vList2"/>
    <dgm:cxn modelId="{BD62B40A-7F67-4689-A146-CADD9467051D}" type="presOf" srcId="{4C266A18-33AE-4EEB-86C1-CEF38C134939}" destId="{E9DFE74F-E19B-45A9-BD2D-C5DAD2E64BC7}" srcOrd="0" destOrd="0" presId="urn:microsoft.com/office/officeart/2005/8/layout/vList2"/>
    <dgm:cxn modelId="{9F0766CC-663D-47DC-AAE5-BD84D7C97564}" type="presOf" srcId="{95214DEE-93E2-4B57-876B-ECE89BE966DE}" destId="{660F7D61-6A2E-4012-8A86-097D5ADEB081}" srcOrd="0" destOrd="0" presId="urn:microsoft.com/office/officeart/2005/8/layout/vList2"/>
    <dgm:cxn modelId="{E6B8C231-649F-46DE-8CE2-5EF6D649DDD6}" type="presParOf" srcId="{69C5947B-53E5-4A23-922E-C17D51071BE4}" destId="{07F7052D-484B-4CD9-A4F5-641C14C5445B}" srcOrd="0" destOrd="0" presId="urn:microsoft.com/office/officeart/2005/8/layout/vList2"/>
    <dgm:cxn modelId="{063B5D18-56E4-435B-9797-21CACEB875FA}" type="presParOf" srcId="{69C5947B-53E5-4A23-922E-C17D51071BE4}" destId="{43C6CBA2-F6DC-4A7A-A1B1-40B1A4BD1178}" srcOrd="1" destOrd="0" presId="urn:microsoft.com/office/officeart/2005/8/layout/vList2"/>
    <dgm:cxn modelId="{6401A62D-395E-4C1F-A7CC-3EAC2A41B30F}" type="presParOf" srcId="{69C5947B-53E5-4A23-922E-C17D51071BE4}" destId="{79CF4D06-9FBC-440C-B155-78947E496763}" srcOrd="2" destOrd="0" presId="urn:microsoft.com/office/officeart/2005/8/layout/vList2"/>
    <dgm:cxn modelId="{0E84A3D7-83C4-487D-9CC8-ECF7CF8CEB4E}" type="presParOf" srcId="{69C5947B-53E5-4A23-922E-C17D51071BE4}" destId="{49E1DD08-BBD1-447E-A71E-334C9E79C524}" srcOrd="3" destOrd="0" presId="urn:microsoft.com/office/officeart/2005/8/layout/vList2"/>
    <dgm:cxn modelId="{84662126-3351-4400-BA81-706E991408C4}" type="presParOf" srcId="{69C5947B-53E5-4A23-922E-C17D51071BE4}" destId="{FC689364-D6D6-403A-A39E-7CCD28FC0FAC}" srcOrd="4" destOrd="0" presId="urn:microsoft.com/office/officeart/2005/8/layout/vList2"/>
    <dgm:cxn modelId="{BC5BDF0A-3590-4E8C-A8DF-5589DC75CCDB}" type="presParOf" srcId="{69C5947B-53E5-4A23-922E-C17D51071BE4}" destId="{8E043535-083C-4A96-99D3-7A07977D61CE}" srcOrd="5" destOrd="0" presId="urn:microsoft.com/office/officeart/2005/8/layout/vList2"/>
    <dgm:cxn modelId="{4BE8A854-AF71-4105-B6DE-B9AF40452200}" type="presParOf" srcId="{69C5947B-53E5-4A23-922E-C17D51071BE4}" destId="{660F7D61-6A2E-4012-8A86-097D5ADEB081}" srcOrd="6" destOrd="0" presId="urn:microsoft.com/office/officeart/2005/8/layout/vList2"/>
    <dgm:cxn modelId="{7CDAB90C-2697-415A-8751-01313895E6B4}" type="presParOf" srcId="{69C5947B-53E5-4A23-922E-C17D51071BE4}" destId="{21D653BC-8179-40D8-9D65-D258DADCFFA2}" srcOrd="7" destOrd="0" presId="urn:microsoft.com/office/officeart/2005/8/layout/vList2"/>
    <dgm:cxn modelId="{CB547BC6-8308-44B5-BC9A-F01DFD9FFCB7}" type="presParOf" srcId="{69C5947B-53E5-4A23-922E-C17D51071BE4}" destId="{91E6EC00-7E2B-4235-A962-FA0CCA46335C}" srcOrd="8" destOrd="0" presId="urn:microsoft.com/office/officeart/2005/8/layout/vList2"/>
    <dgm:cxn modelId="{B462D5F2-22A7-45C4-BAEE-178987E8F19B}" type="presParOf" srcId="{69C5947B-53E5-4A23-922E-C17D51071BE4}" destId="{FA0D8CA0-C3DA-4004-BFF5-29551C9C6B22}" srcOrd="9" destOrd="0" presId="urn:microsoft.com/office/officeart/2005/8/layout/vList2"/>
    <dgm:cxn modelId="{6856E744-E00F-416C-99A1-B413A18F84FD}" type="presParOf" srcId="{69C5947B-53E5-4A23-922E-C17D51071BE4}" destId="{B251089A-C222-404D-8966-9A3B1F2E374D}" srcOrd="10" destOrd="0" presId="urn:microsoft.com/office/officeart/2005/8/layout/vList2"/>
    <dgm:cxn modelId="{1C20C54D-FB83-4E42-9B14-C515FE524C26}" type="presParOf" srcId="{69C5947B-53E5-4A23-922E-C17D51071BE4}" destId="{01A5CFFC-5C75-4755-93BD-37D9AEAA2092}" srcOrd="11" destOrd="0" presId="urn:microsoft.com/office/officeart/2005/8/layout/vList2"/>
    <dgm:cxn modelId="{0D241554-29EF-4F07-9A95-120B917A23EB}" type="presParOf" srcId="{69C5947B-53E5-4A23-922E-C17D51071BE4}" destId="{61B8182E-7978-495E-8EAC-7CEA5DD03BEB}" srcOrd="12" destOrd="0" presId="urn:microsoft.com/office/officeart/2005/8/layout/vList2"/>
    <dgm:cxn modelId="{0277A48B-AE91-4926-B6C2-13524AD04C17}" type="presParOf" srcId="{69C5947B-53E5-4A23-922E-C17D51071BE4}" destId="{94B47868-D977-40B6-9C71-0C0CE05E6D69}" srcOrd="13" destOrd="0" presId="urn:microsoft.com/office/officeart/2005/8/layout/vList2"/>
    <dgm:cxn modelId="{9C08EFB2-8A69-47A8-9529-5FC5713D0981}" type="presParOf" srcId="{69C5947B-53E5-4A23-922E-C17D51071BE4}" destId="{E9DFE74F-E19B-45A9-BD2D-C5DAD2E64BC7}" srcOrd="14" destOrd="0" presId="urn:microsoft.com/office/officeart/2005/8/layout/vList2"/>
  </dgm:cxnLst>
  <dgm:bg/>
  <dgm:whole/>
</dgm:dataModel>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pList1">
  <dgm:title val=""/>
  <dgm:desc val=""/>
  <dgm:catLst>
    <dgm:cat type="list" pri="20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pList2">
  <dgm:title val=""/>
  <dgm:desc val=""/>
  <dgm:catLst>
    <dgm:cat type="list" pri="1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9.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pList1">
  <dgm:title val=""/>
  <dgm:desc val=""/>
  <dgm:catLst>
    <dgm:cat type="list" pri="20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List2">
  <dgm:title val=""/>
  <dgm:desc val=""/>
  <dgm:catLst>
    <dgm:cat type="list" pri="1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35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宋体" pitchFamily="2" charset="-122"/>
              </a:defRPr>
            </a:lvl1pPr>
          </a:lstStyle>
          <a:p>
            <a:pPr>
              <a:defRPr/>
            </a:pPr>
            <a:endParaRPr lang="en-US" altLang="zh-CN"/>
          </a:p>
        </p:txBody>
      </p:sp>
      <p:sp>
        <p:nvSpPr>
          <p:cNvPr id="1935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宋体" pitchFamily="2" charset="-122"/>
              </a:defRPr>
            </a:lvl1pPr>
          </a:lstStyle>
          <a:p>
            <a:pPr>
              <a:defRPr/>
            </a:pPr>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935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935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宋体" pitchFamily="2" charset="-122"/>
              </a:defRPr>
            </a:lvl1pPr>
          </a:lstStyle>
          <a:p>
            <a:pPr>
              <a:defRPr/>
            </a:pPr>
            <a:endParaRPr lang="en-US" altLang="zh-CN"/>
          </a:p>
        </p:txBody>
      </p:sp>
      <p:sp>
        <p:nvSpPr>
          <p:cNvPr id="1935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ea typeface="宋体" pitchFamily="2" charset="-122"/>
              </a:defRPr>
            </a:lvl1pPr>
          </a:lstStyle>
          <a:p>
            <a:pPr>
              <a:defRPr/>
            </a:pPr>
            <a:fld id="{6890E9F3-D104-4F2A-949B-13D78461C19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5149409D-EFAB-493C-B7CE-B268C4C5304C}" type="slidenum">
              <a:rPr lang="en-US" altLang="zh-CN" smtClean="0"/>
              <a:pPr/>
              <a:t>1</a:t>
            </a:fld>
            <a:endParaRPr lang="en-US" altLang="zh-CN"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a:ln/>
        </p:spPr>
        <p:txBody>
          <a:bodyPr/>
          <a:lstStyle/>
          <a:p>
            <a:r>
              <a:rPr lang="zh-CN" altLang="en-US" sz="1200" dirty="0" smtClean="0"/>
              <a:t>小高为了取悦新认识的女朋友，精心设计了欧洲</a:t>
            </a:r>
            <a:r>
              <a:rPr lang="en-US" altLang="zh-CN" sz="1200" dirty="0" smtClean="0"/>
              <a:t>8</a:t>
            </a:r>
            <a:r>
              <a:rPr lang="zh-CN" altLang="en-US" sz="1200" dirty="0" smtClean="0"/>
              <a:t>日游，旅游花光了他多年的积蓄，旅游结束后，他再也没有财力去继续下一步的发展了。用项目管理的话说，这就是不计成本的恶果。</a:t>
            </a:r>
            <a:br>
              <a:rPr lang="zh-CN" altLang="en-US" sz="1200" dirty="0" smtClean="0"/>
            </a:br>
            <a:r>
              <a:rPr lang="zh-CN" altLang="en-US" sz="1200" dirty="0" smtClean="0"/>
              <a:t>　　过了一段时间后，他又攒了一些钱，这次他不和新女朋友旅游了，他请这个姑娘看了场电影</a:t>
            </a:r>
            <a:r>
              <a:rPr lang="en-US" altLang="zh-CN" sz="1200" dirty="0" smtClean="0"/>
              <a:t>—《</a:t>
            </a:r>
            <a:r>
              <a:rPr lang="zh-CN" altLang="en-US" sz="1200" dirty="0" smtClean="0"/>
              <a:t>第一滴血</a:t>
            </a:r>
            <a:r>
              <a:rPr lang="en-US" altLang="zh-CN" sz="1200" dirty="0" smtClean="0"/>
              <a:t>》</a:t>
            </a:r>
            <a:r>
              <a:rPr lang="zh-CN" altLang="en-US" sz="1200" dirty="0" smtClean="0"/>
              <a:t>。看完后，女朋友觉得小高有暴力倾向，又分手了。这一次，小高败在不讲质量。</a:t>
            </a:r>
            <a:br>
              <a:rPr lang="zh-CN" altLang="en-US" sz="1200" dirty="0" smtClean="0"/>
            </a:br>
            <a:r>
              <a:rPr lang="zh-CN" altLang="en-US" sz="1200" dirty="0" smtClean="0"/>
              <a:t>　　第三次，小高知道女孩子一般喜欢看歌舞剧，他准备请第三个女朋友去看半年后才上演的</a:t>
            </a:r>
            <a:r>
              <a:rPr lang="en-US" altLang="zh-CN" sz="1200" dirty="0" smtClean="0"/>
              <a:t>《</a:t>
            </a:r>
            <a:r>
              <a:rPr lang="zh-CN" altLang="en-US" sz="1200" dirty="0" smtClean="0"/>
              <a:t>天鹅湖</a:t>
            </a:r>
            <a:r>
              <a:rPr lang="en-US" altLang="zh-CN" sz="1200" dirty="0" smtClean="0"/>
              <a:t>》</a:t>
            </a:r>
            <a:r>
              <a:rPr lang="zh-CN" altLang="en-US" sz="1200" dirty="0" smtClean="0"/>
              <a:t>，战线一直拉着，女朋友爱上了别人</a:t>
            </a:r>
            <a:r>
              <a:rPr lang="en-US" altLang="zh-CN" sz="1200" dirty="0" smtClean="0"/>
              <a:t>——</a:t>
            </a:r>
            <a:r>
              <a:rPr lang="zh-CN" altLang="en-US" sz="1200" dirty="0" smtClean="0"/>
              <a:t>时间拖得太久了。</a:t>
            </a:r>
            <a:br>
              <a:rPr lang="zh-CN" altLang="en-US" sz="1200" dirty="0" smtClean="0"/>
            </a:br>
            <a:endParaRPr lang="zh-CN" altLang="en-US" sz="1200" dirty="0" smtClean="0"/>
          </a:p>
          <a:p>
            <a:endParaRPr lang="zh-CN" altLang="en-US" sz="1200" dirty="0" smtClean="0"/>
          </a:p>
          <a:p>
            <a:endParaRPr lang="zh-CN" altLang="en-US" dirty="0" smtClean="0"/>
          </a:p>
        </p:txBody>
      </p:sp>
      <p:sp>
        <p:nvSpPr>
          <p:cNvPr id="64516" name="灯片编号占位符 3"/>
          <p:cNvSpPr>
            <a:spLocks noGrp="1"/>
          </p:cNvSpPr>
          <p:nvPr>
            <p:ph type="sldNum" sz="quarter" idx="5"/>
          </p:nvPr>
        </p:nvSpPr>
        <p:spPr>
          <a:noFill/>
        </p:spPr>
        <p:txBody>
          <a:bodyPr/>
          <a:lstStyle/>
          <a:p>
            <a:fld id="{BEC4873B-4232-4581-9355-CA83F8DB5185}" type="slidenum">
              <a:rPr lang="en-US" altLang="zh-CN" smtClean="0"/>
              <a:pPr/>
              <a:t>34</a:t>
            </a:fld>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直角三角形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grpSp>
        <p:nvGrpSpPr>
          <p:cNvPr id="5" name="组合 15"/>
          <p:cNvGrpSpPr>
            <a:grpSpLocks/>
          </p:cNvGrpSpPr>
          <p:nvPr/>
        </p:nvGrpSpPr>
        <p:grpSpPr bwMode="auto">
          <a:xfrm>
            <a:off x="-3175" y="4953000"/>
            <a:ext cx="9147175" cy="1911350"/>
            <a:chOff x="-3765" y="4832896"/>
            <a:chExt cx="9147765" cy="2032192"/>
          </a:xfrm>
        </p:grpSpPr>
        <p:sp>
          <p:nvSpPr>
            <p:cNvPr id="6" name="任意多边形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7" name="任意多边形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8" name="任意多边形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cxnSp>
          <p:nvCxnSpPr>
            <p:cNvPr id="10" name="直接连接符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标题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zh-CN" altLang="en-US" smtClean="0"/>
              <a:t>单击此处编辑母版标题样式</a:t>
            </a:r>
            <a:endParaRPr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zh-CN" altLang="en-US" smtClean="0"/>
              <a:t>单击此处编辑母版副标题样式</a:t>
            </a:r>
            <a:endParaRPr lang="en-US"/>
          </a:p>
        </p:txBody>
      </p:sp>
      <p:sp>
        <p:nvSpPr>
          <p:cNvPr id="11" name="日期占位符 29"/>
          <p:cNvSpPr>
            <a:spLocks noGrp="1"/>
          </p:cNvSpPr>
          <p:nvPr>
            <p:ph type="dt" sz="half" idx="10"/>
          </p:nvPr>
        </p:nvSpPr>
        <p:spPr/>
        <p:txBody>
          <a:bodyPr/>
          <a:lstStyle>
            <a:lvl1pPr>
              <a:defRPr>
                <a:solidFill>
                  <a:srgbClr val="FFFFFF"/>
                </a:solidFill>
              </a:defRPr>
            </a:lvl1pPr>
            <a:extLst/>
          </a:lstStyle>
          <a:p>
            <a:pPr>
              <a:defRPr/>
            </a:pPr>
            <a:endParaRPr lang="en-US" altLang="zh-CN"/>
          </a:p>
        </p:txBody>
      </p:sp>
      <p:sp>
        <p:nvSpPr>
          <p:cNvPr id="12" name="页脚占位符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ltLang="zh-CN"/>
          </a:p>
        </p:txBody>
      </p:sp>
      <p:sp>
        <p:nvSpPr>
          <p:cNvPr id="13" name="灯片编号占位符 26"/>
          <p:cNvSpPr>
            <a:spLocks noGrp="1"/>
          </p:cNvSpPr>
          <p:nvPr>
            <p:ph type="sldNum" sz="quarter" idx="12"/>
          </p:nvPr>
        </p:nvSpPr>
        <p:spPr/>
        <p:txBody>
          <a:bodyPr/>
          <a:lstStyle>
            <a:lvl1pPr>
              <a:defRPr smtClean="0">
                <a:solidFill>
                  <a:srgbClr val="FFFFFF"/>
                </a:solidFill>
              </a:defRPr>
            </a:lvl1pPr>
            <a:extLst/>
          </a:lstStyle>
          <a:p>
            <a:pPr>
              <a:defRPr/>
            </a:pPr>
            <a:fld id="{EE0D3E25-823A-4651-BB26-E59B86D02248}"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7" name="标题 6"/>
          <p:cNvSpPr>
            <a:spLocks noGrp="1"/>
          </p:cNvSpPr>
          <p:nvPr>
            <p:ph type="title"/>
          </p:nvPr>
        </p:nvSpPr>
        <p:spPr/>
        <p:txBody>
          <a:bodyPr rtlCol="0"/>
          <a:lstStyle>
            <a:extLst/>
          </a:lstStyle>
          <a:p>
            <a:r>
              <a:rPr lang="zh-CN" altLang="en-US" smtClean="0"/>
              <a:t>单击此处编辑母版标题样式</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F58B0181-EF44-4755-8554-D3918071BC27}" type="slidenum">
              <a:rPr lang="en-US" altLang="zh-CN"/>
              <a:pPr>
                <a:defRPr/>
              </a:pPr>
              <a:t>‹#›</a:t>
            </a:fld>
            <a:endParaRPr lang="en-US" altLang="zh-CN"/>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4" name="燕尾形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5" name="燕尾形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2" name="标题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zh-CN" altLang="en-US" smtClean="0"/>
              <a:t>单击此处编辑母版标题样式</a:t>
            </a:r>
            <a:endParaRPr lang="en-US"/>
          </a:p>
        </p:txBody>
      </p:sp>
      <p:sp>
        <p:nvSpPr>
          <p:cNvPr id="3" name="文本占位符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zh-CN" altLang="en-US" smtClean="0"/>
              <a:t>单击此处编辑母版文本样式</a:t>
            </a:r>
          </a:p>
        </p:txBody>
      </p:sp>
      <p:sp>
        <p:nvSpPr>
          <p:cNvPr id="6" name="日期占位符 3"/>
          <p:cNvSpPr>
            <a:spLocks noGrp="1"/>
          </p:cNvSpPr>
          <p:nvPr>
            <p:ph type="dt" sz="half" idx="10"/>
          </p:nvPr>
        </p:nvSpPr>
        <p:spPr/>
        <p:txBody>
          <a:bodyPr/>
          <a:lstStyle>
            <a:lvl1pPr>
              <a:defRPr/>
            </a:lvl1pPr>
            <a:extLst/>
          </a:lstStyle>
          <a:p>
            <a:pPr>
              <a:defRPr/>
            </a:pPr>
            <a:endParaRPr lang="en-US" altLang="zh-CN"/>
          </a:p>
        </p:txBody>
      </p:sp>
      <p:sp>
        <p:nvSpPr>
          <p:cNvPr id="7" name="页脚占位符 4"/>
          <p:cNvSpPr>
            <a:spLocks noGrp="1"/>
          </p:cNvSpPr>
          <p:nvPr>
            <p:ph type="ftr" sz="quarter" idx="11"/>
          </p:nvPr>
        </p:nvSpPr>
        <p:spPr/>
        <p:txBody>
          <a:bodyPr/>
          <a:lstStyle>
            <a:lvl1pPr>
              <a:defRPr/>
            </a:lvl1pPr>
            <a:extLst/>
          </a:lstStyle>
          <a:p>
            <a:pPr>
              <a:defRPr/>
            </a:pPr>
            <a:endParaRPr lang="en-US" altLang="zh-CN"/>
          </a:p>
        </p:txBody>
      </p:sp>
      <p:sp>
        <p:nvSpPr>
          <p:cNvPr id="8" name="灯片编号占位符 5"/>
          <p:cNvSpPr>
            <a:spLocks noGrp="1"/>
          </p:cNvSpPr>
          <p:nvPr>
            <p:ph type="sldNum" sz="quarter" idx="12"/>
          </p:nvPr>
        </p:nvSpPr>
        <p:spPr/>
        <p:txBody>
          <a:bodyPr/>
          <a:lstStyle>
            <a:lvl1pPr>
              <a:defRPr/>
            </a:lvl1pPr>
            <a:extLst/>
          </a:lstStyle>
          <a:p>
            <a:pPr>
              <a:defRPr/>
            </a:pPr>
            <a:fld id="{2D6A5518-5623-4968-8994-E583F5DD7078}"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8" name="标题 7"/>
          <p:cNvSpPr>
            <a:spLocks noGrp="1"/>
          </p:cNvSpPr>
          <p:nvPr>
            <p:ph type="title"/>
          </p:nvPr>
        </p:nvSpPr>
        <p:spPr/>
        <p:txBody>
          <a:bodyPr rtlCol="0"/>
          <a:lstStyle>
            <a:extLst/>
          </a:lstStyle>
          <a:p>
            <a:r>
              <a:rPr lang="zh-CN" altLang="en-US" smtClean="0"/>
              <a:t>单击此处编辑母版标题样式</a:t>
            </a:r>
            <a:endParaRPr lang="en-US"/>
          </a:p>
        </p:txBody>
      </p:sp>
      <p:sp>
        <p:nvSpPr>
          <p:cNvPr id="5" name="日期占位符 4"/>
          <p:cNvSpPr>
            <a:spLocks noGrp="1"/>
          </p:cNvSpPr>
          <p:nvPr>
            <p:ph type="dt" sz="half" idx="10"/>
          </p:nvPr>
        </p:nvSpPr>
        <p:spPr/>
        <p:txBody>
          <a:bodyPr/>
          <a:lstStyle>
            <a:lvl1pPr>
              <a:defRPr/>
            </a:lvl1pPr>
            <a:extLst/>
          </a:lstStyle>
          <a:p>
            <a:pPr>
              <a:defRPr/>
            </a:pPr>
            <a:endParaRPr lang="en-US" altLang="zh-CN"/>
          </a:p>
        </p:txBody>
      </p:sp>
      <p:sp>
        <p:nvSpPr>
          <p:cNvPr id="6" name="页脚占位符 5"/>
          <p:cNvSpPr>
            <a:spLocks noGrp="1"/>
          </p:cNvSpPr>
          <p:nvPr>
            <p:ph type="ftr" sz="quarter" idx="11"/>
          </p:nvPr>
        </p:nvSpPr>
        <p:spPr/>
        <p:txBody>
          <a:bodyPr/>
          <a:lstStyle>
            <a:lvl1pPr>
              <a:defRPr/>
            </a:lvl1pPr>
            <a:extLst/>
          </a:lstStyle>
          <a:p>
            <a:pPr>
              <a:defRPr/>
            </a:pPr>
            <a:endParaRPr lang="en-US" altLang="zh-CN"/>
          </a:p>
        </p:txBody>
      </p:sp>
      <p:sp>
        <p:nvSpPr>
          <p:cNvPr id="7" name="灯片编号占位符 6"/>
          <p:cNvSpPr>
            <a:spLocks noGrp="1"/>
          </p:cNvSpPr>
          <p:nvPr>
            <p:ph type="sldNum" sz="quarter" idx="12"/>
          </p:nvPr>
        </p:nvSpPr>
        <p:spPr/>
        <p:txBody>
          <a:bodyPr/>
          <a:lstStyle>
            <a:lvl1pPr>
              <a:defRPr/>
            </a:lvl1pPr>
            <a:extLst/>
          </a:lstStyle>
          <a:p>
            <a:pPr>
              <a:defRPr/>
            </a:pPr>
            <a:fld id="{73E3A930-0866-4E47-A645-55ADD3BECC30}"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lstStyle>
            <a:lvl1pPr>
              <a:defRPr/>
            </a:lvl1pPr>
            <a:extLst/>
          </a:lstStyle>
          <a:p>
            <a:r>
              <a:rPr lang="zh-CN" altLang="en-US" smtClean="0"/>
              <a:t>单击此处编辑母版标题样式</a:t>
            </a:r>
            <a:endParaRPr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zh-CN" altLang="en-US" smtClean="0"/>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zh-CN" altLang="en-US" smtClean="0"/>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7" name="日期占位符 6"/>
          <p:cNvSpPr>
            <a:spLocks noGrp="1"/>
          </p:cNvSpPr>
          <p:nvPr>
            <p:ph type="dt" sz="half" idx="10"/>
          </p:nvPr>
        </p:nvSpPr>
        <p:spPr/>
        <p:txBody>
          <a:bodyPr/>
          <a:lstStyle>
            <a:lvl1pPr>
              <a:defRPr/>
            </a:lvl1pPr>
            <a:extLst/>
          </a:lstStyle>
          <a:p>
            <a:pPr>
              <a:defRPr/>
            </a:pPr>
            <a:endParaRPr lang="en-US" altLang="zh-CN"/>
          </a:p>
        </p:txBody>
      </p:sp>
      <p:sp>
        <p:nvSpPr>
          <p:cNvPr id="8" name="页脚占位符 7"/>
          <p:cNvSpPr>
            <a:spLocks noGrp="1"/>
          </p:cNvSpPr>
          <p:nvPr>
            <p:ph type="ftr" sz="quarter" idx="11"/>
          </p:nvPr>
        </p:nvSpPr>
        <p:spPr/>
        <p:txBody>
          <a:bodyPr/>
          <a:lstStyle>
            <a:lvl1pPr>
              <a:defRPr/>
            </a:lvl1pPr>
            <a:extLst/>
          </a:lstStyle>
          <a:p>
            <a:pPr>
              <a:defRPr/>
            </a:pPr>
            <a:endParaRPr lang="en-US" altLang="zh-CN"/>
          </a:p>
        </p:txBody>
      </p:sp>
      <p:sp>
        <p:nvSpPr>
          <p:cNvPr id="9" name="灯片编号占位符 8"/>
          <p:cNvSpPr>
            <a:spLocks noGrp="1"/>
          </p:cNvSpPr>
          <p:nvPr>
            <p:ph type="sldNum" sz="quarter" idx="12"/>
          </p:nvPr>
        </p:nvSpPr>
        <p:spPr/>
        <p:txBody>
          <a:bodyPr/>
          <a:lstStyle>
            <a:lvl1pPr>
              <a:defRPr/>
            </a:lvl1pPr>
            <a:extLst/>
          </a:lstStyle>
          <a:p>
            <a:pPr>
              <a:defRPr/>
            </a:pPr>
            <a:fld id="{B4A6CFA5-32CE-4259-8697-1AE315C843E8}" type="slidenum">
              <a:rPr lang="en-US" altLang="zh-CN"/>
              <a:pPr>
                <a:defRPr/>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6" name="标题 5"/>
          <p:cNvSpPr>
            <a:spLocks noGrp="1"/>
          </p:cNvSpPr>
          <p:nvPr>
            <p:ph type="title"/>
          </p:nvPr>
        </p:nvSpPr>
        <p:spPr/>
        <p:txBody>
          <a:bodyPr rtlCol="0"/>
          <a:lstStyle>
            <a:extLst/>
          </a:lstStyle>
          <a:p>
            <a:r>
              <a:rPr lang="zh-CN" altLang="en-US" smtClean="0"/>
              <a:t>单击此处编辑母版标题样式</a:t>
            </a:r>
            <a:endParaRPr lang="en-US"/>
          </a:p>
        </p:txBody>
      </p:sp>
      <p:sp>
        <p:nvSpPr>
          <p:cNvPr id="3" name="日期占位符 2"/>
          <p:cNvSpPr>
            <a:spLocks noGrp="1"/>
          </p:cNvSpPr>
          <p:nvPr>
            <p:ph type="dt" sz="half" idx="10"/>
          </p:nvPr>
        </p:nvSpPr>
        <p:spPr/>
        <p:txBody>
          <a:bodyPr/>
          <a:lstStyle>
            <a:lvl1pPr>
              <a:defRPr/>
            </a:lvl1pPr>
            <a:extLst/>
          </a:lstStyle>
          <a:p>
            <a:pPr>
              <a:defRPr/>
            </a:pPr>
            <a:endParaRPr lang="en-US" altLang="zh-CN"/>
          </a:p>
        </p:txBody>
      </p:sp>
      <p:sp>
        <p:nvSpPr>
          <p:cNvPr id="4" name="页脚占位符 3"/>
          <p:cNvSpPr>
            <a:spLocks noGrp="1"/>
          </p:cNvSpPr>
          <p:nvPr>
            <p:ph type="ftr" sz="quarter" idx="11"/>
          </p:nvPr>
        </p:nvSpPr>
        <p:spPr/>
        <p:txBody>
          <a:bodyPr/>
          <a:lstStyle>
            <a:lvl1pPr>
              <a:defRPr/>
            </a:lvl1pPr>
            <a:extLst/>
          </a:lstStyle>
          <a:p>
            <a:pPr>
              <a:defRPr/>
            </a:pPr>
            <a:endParaRPr lang="en-US" altLang="zh-CN"/>
          </a:p>
        </p:txBody>
      </p:sp>
      <p:sp>
        <p:nvSpPr>
          <p:cNvPr id="5" name="灯片编号占位符 4"/>
          <p:cNvSpPr>
            <a:spLocks noGrp="1"/>
          </p:cNvSpPr>
          <p:nvPr>
            <p:ph type="sldNum" sz="quarter" idx="12"/>
          </p:nvPr>
        </p:nvSpPr>
        <p:spPr/>
        <p:txBody>
          <a:bodyPr/>
          <a:lstStyle>
            <a:lvl1pPr>
              <a:defRPr/>
            </a:lvl1pPr>
            <a:extLst/>
          </a:lstStyle>
          <a:p>
            <a:pPr>
              <a:defRPr/>
            </a:pPr>
            <a:fld id="{5FFD1573-B1A8-4C76-9494-250BF8152D89}"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4FE877B1-9132-44AA-AD5F-63DEAF0D6149}"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zh-CN" altLang="en-US" smtClean="0"/>
              <a:t>单击此处编辑母版标题样式</a:t>
            </a:r>
            <a:endParaRPr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zh-CN" altLang="en-US" smtClean="0"/>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日期占位符 4"/>
          <p:cNvSpPr>
            <a:spLocks noGrp="1"/>
          </p:cNvSpPr>
          <p:nvPr>
            <p:ph type="dt" sz="half" idx="10"/>
          </p:nvPr>
        </p:nvSpPr>
        <p:spPr/>
        <p:txBody>
          <a:bodyPr/>
          <a:lstStyle>
            <a:lvl1pPr>
              <a:defRPr/>
            </a:lvl1pPr>
            <a:extLst/>
          </a:lstStyle>
          <a:p>
            <a:pPr>
              <a:defRPr/>
            </a:pPr>
            <a:endParaRPr lang="en-US" altLang="zh-CN"/>
          </a:p>
        </p:txBody>
      </p:sp>
      <p:sp>
        <p:nvSpPr>
          <p:cNvPr id="6" name="页脚占位符 5"/>
          <p:cNvSpPr>
            <a:spLocks noGrp="1"/>
          </p:cNvSpPr>
          <p:nvPr>
            <p:ph type="ftr" sz="quarter" idx="11"/>
          </p:nvPr>
        </p:nvSpPr>
        <p:spPr/>
        <p:txBody>
          <a:bodyPr/>
          <a:lstStyle>
            <a:lvl1pPr>
              <a:defRPr/>
            </a:lvl1pPr>
            <a:extLst/>
          </a:lstStyle>
          <a:p>
            <a:pPr>
              <a:defRPr/>
            </a:pPr>
            <a:endParaRPr lang="en-US" altLang="zh-CN"/>
          </a:p>
        </p:txBody>
      </p:sp>
      <p:sp>
        <p:nvSpPr>
          <p:cNvPr id="7" name="灯片编号占位符 6"/>
          <p:cNvSpPr>
            <a:spLocks noGrp="1"/>
          </p:cNvSpPr>
          <p:nvPr>
            <p:ph type="sldNum" sz="quarter" idx="12"/>
          </p:nvPr>
        </p:nvSpPr>
        <p:spPr/>
        <p:txBody>
          <a:bodyPr/>
          <a:lstStyle>
            <a:lvl1pPr>
              <a:defRPr/>
            </a:lvl1pPr>
            <a:extLst/>
          </a:lstStyle>
          <a:p>
            <a:pPr>
              <a:defRPr/>
            </a:pPr>
            <a:fld id="{EBE30167-E34D-48E7-871C-1046D2C6231F}" type="slidenum">
              <a:rPr lang="en-US" altLang="zh-CN"/>
              <a:pPr>
                <a:defRPr/>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5" name="任意多边形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6" name="任意多边形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7" name="直角三角形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cxnSp>
        <p:nvCxnSpPr>
          <p:cNvPr id="8" name="直接连接符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燕尾形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10" name="燕尾形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4" name="文本占位符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zh-CN" altLang="en-US" smtClean="0"/>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zh-CN" altLang="en-US" noProof="0" smtClean="0"/>
              <a:t>单击图标添加图片</a:t>
            </a:r>
            <a:endParaRPr lang="en-US" noProof="0" dirty="0"/>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zh-CN" altLang="en-US" smtClean="0"/>
              <a:t>单击此处编辑母版标题样式</a:t>
            </a:r>
            <a:endParaRPr lang="en-US"/>
          </a:p>
        </p:txBody>
      </p:sp>
      <p:sp>
        <p:nvSpPr>
          <p:cNvPr id="11" name="日期占位符 4"/>
          <p:cNvSpPr>
            <a:spLocks noGrp="1"/>
          </p:cNvSpPr>
          <p:nvPr>
            <p:ph type="dt" sz="half" idx="10"/>
          </p:nvPr>
        </p:nvSpPr>
        <p:spPr/>
        <p:txBody>
          <a:bodyPr/>
          <a:lstStyle>
            <a:lvl1pPr>
              <a:defRPr>
                <a:solidFill>
                  <a:schemeClr val="tx1"/>
                </a:solidFill>
              </a:defRPr>
            </a:lvl1pPr>
            <a:extLst/>
          </a:lstStyle>
          <a:p>
            <a:pPr>
              <a:defRPr/>
            </a:pPr>
            <a:endParaRPr lang="en-US" altLang="zh-CN"/>
          </a:p>
        </p:txBody>
      </p:sp>
      <p:sp>
        <p:nvSpPr>
          <p:cNvPr id="12" name="页脚占位符 5"/>
          <p:cNvSpPr>
            <a:spLocks noGrp="1"/>
          </p:cNvSpPr>
          <p:nvPr>
            <p:ph type="ftr" sz="quarter" idx="11"/>
          </p:nvPr>
        </p:nvSpPr>
        <p:spPr/>
        <p:txBody>
          <a:bodyPr/>
          <a:lstStyle>
            <a:lvl1pPr>
              <a:defRPr>
                <a:solidFill>
                  <a:schemeClr val="tx1"/>
                </a:solidFill>
              </a:defRPr>
            </a:lvl1pPr>
            <a:extLst/>
          </a:lstStyle>
          <a:p>
            <a:pPr>
              <a:defRPr/>
            </a:pPr>
            <a:endParaRPr lang="en-US" altLang="zh-CN"/>
          </a:p>
        </p:txBody>
      </p:sp>
      <p:sp>
        <p:nvSpPr>
          <p:cNvPr id="13" name="灯片编号占位符 6"/>
          <p:cNvSpPr>
            <a:spLocks noGrp="1"/>
          </p:cNvSpPr>
          <p:nvPr>
            <p:ph type="sldNum" sz="quarter" idx="12"/>
          </p:nvPr>
        </p:nvSpPr>
        <p:spPr/>
        <p:txBody>
          <a:bodyPr/>
          <a:lstStyle>
            <a:lvl1pPr>
              <a:defRPr smtClean="0">
                <a:solidFill>
                  <a:schemeClr val="tx1"/>
                </a:solidFill>
              </a:defRPr>
            </a:lvl1pPr>
            <a:extLst/>
          </a:lstStyle>
          <a:p>
            <a:pPr>
              <a:defRPr/>
            </a:pPr>
            <a:fld id="{76E518F8-2583-4489-B095-D001B1A76DE3}"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extLs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1481329"/>
            <a:ext cx="8229600" cy="4386071"/>
          </a:xfrm>
        </p:spPr>
        <p:txBody>
          <a:bodyPr vert="eaVert"/>
          <a:lstStyle>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5482A42-98CD-461A-9D22-0F9ADCB81D57}"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extLs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41"/>
            <a:ext cx="6324600" cy="5592760"/>
          </a:xfrm>
        </p:spPr>
        <p:txBody>
          <a:bodyPr vert="eaVert"/>
          <a:lstStyle>
            <a:extLs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20174CA-7258-4497-888D-B12749C468B8}"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12" name="任意多边形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14" name="直角三角形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cxnSp>
        <p:nvCxnSpPr>
          <p:cNvPr id="15" name="直接连接符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zh-CN" altLang="en-US" smtClean="0"/>
              <a:t>单击此处编辑母版标题样式</a:t>
            </a:r>
            <a:endParaRPr lang="en-US"/>
          </a:p>
        </p:txBody>
      </p:sp>
      <p:sp>
        <p:nvSpPr>
          <p:cNvPr id="30" name="文本占位符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smtClean="0"/>
          </a:p>
        </p:txBody>
      </p:sp>
      <p:sp>
        <p:nvSpPr>
          <p:cNvPr id="10" name="日期占位符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ltLang="zh-CN"/>
          </a:p>
        </p:txBody>
      </p:sp>
      <p:sp>
        <p:nvSpPr>
          <p:cNvPr id="22" name="页脚占位符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ltLang="zh-CN"/>
          </a:p>
        </p:txBody>
      </p:sp>
      <p:sp>
        <p:nvSpPr>
          <p:cNvPr id="18" name="灯片编号占位符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smtClean="0">
                <a:solidFill>
                  <a:schemeClr val="tx1"/>
                </a:solidFill>
              </a:defRPr>
            </a:lvl1pPr>
            <a:extLst/>
          </a:lstStyle>
          <a:p>
            <a:pPr>
              <a:defRPr/>
            </a:pPr>
            <a:fld id="{0BE63F5F-2AFF-4B0F-BA49-70EE6411184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60" r:id="rId1"/>
    <p:sldLayoutId id="2147484456" r:id="rId2"/>
    <p:sldLayoutId id="2147484461" r:id="rId3"/>
    <p:sldLayoutId id="2147484462" r:id="rId4"/>
    <p:sldLayoutId id="2147484463" r:id="rId5"/>
    <p:sldLayoutId id="2147484464" r:id="rId6"/>
    <p:sldLayoutId id="2147484457" r:id="rId7"/>
    <p:sldLayoutId id="2147484465" r:id="rId8"/>
    <p:sldLayoutId id="2147484466" r:id="rId9"/>
    <p:sldLayoutId id="2147484458" r:id="rId10"/>
    <p:sldLayoutId id="21474844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dissolve">
                                      <p:cBhvr>
                                        <p:cTn id="12" dur="500"/>
                                        <p:tgtEl>
                                          <p:spTgt spid="30">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0">
                                            <p:txEl>
                                              <p:pRg st="1" end="1"/>
                                            </p:txEl>
                                          </p:spTgt>
                                        </p:tgtEl>
                                        <p:attrNameLst>
                                          <p:attrName>style.visibility</p:attrName>
                                        </p:attrNameLst>
                                      </p:cBhvr>
                                      <p:to>
                                        <p:strVal val="visible"/>
                                      </p:to>
                                    </p:set>
                                    <p:animEffect transition="in" filter="dissolve">
                                      <p:cBhvr>
                                        <p:cTn id="15" dur="500"/>
                                        <p:tgtEl>
                                          <p:spTgt spid="30">
                                            <p:txEl>
                                              <p:pRg st="1" end="1"/>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0">
                                            <p:txEl>
                                              <p:pRg st="2" end="2"/>
                                            </p:txEl>
                                          </p:spTgt>
                                        </p:tgtEl>
                                        <p:attrNameLst>
                                          <p:attrName>style.visibility</p:attrName>
                                        </p:attrNameLst>
                                      </p:cBhvr>
                                      <p:to>
                                        <p:strVal val="visible"/>
                                      </p:to>
                                    </p:set>
                                    <p:animEffect transition="in" filter="dissolve">
                                      <p:cBhvr>
                                        <p:cTn id="18" dur="500"/>
                                        <p:tgtEl>
                                          <p:spTgt spid="30">
                                            <p:txEl>
                                              <p:pRg st="2" end="2"/>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0">
                                            <p:txEl>
                                              <p:pRg st="3" end="3"/>
                                            </p:txEl>
                                          </p:spTgt>
                                        </p:tgtEl>
                                        <p:attrNameLst>
                                          <p:attrName>style.visibility</p:attrName>
                                        </p:attrNameLst>
                                      </p:cBhvr>
                                      <p:to>
                                        <p:strVal val="visible"/>
                                      </p:to>
                                    </p:set>
                                    <p:animEffect transition="in" filter="dissolve">
                                      <p:cBhvr>
                                        <p:cTn id="21" dur="500"/>
                                        <p:tgtEl>
                                          <p:spTgt spid="30">
                                            <p:txEl>
                                              <p:pRg st="3" end="3"/>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0">
                                            <p:txEl>
                                              <p:pRg st="4" end="4"/>
                                            </p:txEl>
                                          </p:spTgt>
                                        </p:tgtEl>
                                        <p:attrNameLst>
                                          <p:attrName>style.visibility</p:attrName>
                                        </p:attrNameLst>
                                      </p:cBhvr>
                                      <p:to>
                                        <p:strVal val="visible"/>
                                      </p:to>
                                    </p:set>
                                    <p:animEffect transition="in" filter="dissolve">
                                      <p:cBhvr>
                                        <p:cTn id="24" dur="500"/>
                                        <p:tgtEl>
                                          <p:spTgt spid="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0" grpId="0" uiExpand="1" build="p"/>
    </p:bldLst>
  </p:timing>
  <p:txStyles>
    <p:title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itchFamily="34" charset="0"/>
          <a:ea typeface="黑体" pitchFamily="2" charset="-122"/>
        </a:defRPr>
      </a:lvl2pPr>
      <a:lvl3pPr algn="l" rtl="0" fontAlgn="base">
        <a:spcBef>
          <a:spcPct val="0"/>
        </a:spcBef>
        <a:spcAft>
          <a:spcPct val="0"/>
        </a:spcAft>
        <a:defRPr sz="4100" b="1">
          <a:solidFill>
            <a:schemeClr val="tx2"/>
          </a:solidFill>
          <a:latin typeface="Lucida Sans Unicode" pitchFamily="34" charset="0"/>
          <a:ea typeface="黑体" pitchFamily="2" charset="-122"/>
        </a:defRPr>
      </a:lvl3pPr>
      <a:lvl4pPr algn="l" rtl="0" fontAlgn="base">
        <a:spcBef>
          <a:spcPct val="0"/>
        </a:spcBef>
        <a:spcAft>
          <a:spcPct val="0"/>
        </a:spcAft>
        <a:defRPr sz="4100" b="1">
          <a:solidFill>
            <a:schemeClr val="tx2"/>
          </a:solidFill>
          <a:latin typeface="Lucida Sans Unicode" pitchFamily="34" charset="0"/>
          <a:ea typeface="黑体" pitchFamily="2" charset="-122"/>
        </a:defRPr>
      </a:lvl4pPr>
      <a:lvl5pPr algn="l" rtl="0" fontAlgn="base">
        <a:spcBef>
          <a:spcPct val="0"/>
        </a:spcBef>
        <a:spcAft>
          <a:spcPct val="0"/>
        </a:spcAft>
        <a:defRPr sz="4100" b="1">
          <a:solidFill>
            <a:schemeClr val="tx2"/>
          </a:solidFill>
          <a:latin typeface="Lucida Sans Unicode" pitchFamily="34" charset="0"/>
          <a:ea typeface="黑体" pitchFamily="2" charset="-122"/>
        </a:defRPr>
      </a:lvl5pPr>
      <a:lvl6pPr marL="457200" algn="l" rtl="0" fontAlgn="base">
        <a:spcBef>
          <a:spcPct val="0"/>
        </a:spcBef>
        <a:spcAft>
          <a:spcPct val="0"/>
        </a:spcAft>
        <a:defRPr sz="4100" b="1">
          <a:solidFill>
            <a:schemeClr val="tx2"/>
          </a:solidFill>
          <a:latin typeface="Lucida Sans Unicode" pitchFamily="34" charset="0"/>
          <a:ea typeface="黑体" pitchFamily="2" charset="-122"/>
        </a:defRPr>
      </a:lvl6pPr>
      <a:lvl7pPr marL="914400" algn="l" rtl="0" fontAlgn="base">
        <a:spcBef>
          <a:spcPct val="0"/>
        </a:spcBef>
        <a:spcAft>
          <a:spcPct val="0"/>
        </a:spcAft>
        <a:defRPr sz="4100" b="1">
          <a:solidFill>
            <a:schemeClr val="tx2"/>
          </a:solidFill>
          <a:latin typeface="Lucida Sans Unicode" pitchFamily="34" charset="0"/>
          <a:ea typeface="黑体" pitchFamily="2" charset="-122"/>
        </a:defRPr>
      </a:lvl7pPr>
      <a:lvl8pPr marL="1371600" algn="l" rtl="0" fontAlgn="base">
        <a:spcBef>
          <a:spcPct val="0"/>
        </a:spcBef>
        <a:spcAft>
          <a:spcPct val="0"/>
        </a:spcAft>
        <a:defRPr sz="4100" b="1">
          <a:solidFill>
            <a:schemeClr val="tx2"/>
          </a:solidFill>
          <a:latin typeface="Lucida Sans Unicode" pitchFamily="34" charset="0"/>
          <a:ea typeface="黑体" pitchFamily="2" charset="-122"/>
        </a:defRPr>
      </a:lvl8pPr>
      <a:lvl9pPr marL="1828800" algn="l" rtl="0" fontAlgn="base">
        <a:spcBef>
          <a:spcPct val="0"/>
        </a:spcBef>
        <a:spcAft>
          <a:spcPct val="0"/>
        </a:spcAft>
        <a:defRPr sz="4100" b="1">
          <a:solidFill>
            <a:schemeClr val="tx2"/>
          </a:solidFill>
          <a:latin typeface="Lucida Sans Unicode" pitchFamily="34" charset="0"/>
          <a:ea typeface="黑体" pitchFamily="2" charset="-122"/>
        </a:defRPr>
      </a:lvl9pPr>
      <a:extLst/>
    </p:titleStyle>
    <p:bodyStyle>
      <a:lvl1pPr marL="365125" indent="-255588" algn="l" rtl="0" fontAlgn="base">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fontAlgn="base">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fontAlgn="base">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uppyli@163.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8" Type="http://schemas.openxmlformats.org/officeDocument/2006/relationships/diagramQuickStyle" Target="../diagrams/quickStyle13.xml"/><Relationship Id="rId3" Type="http://schemas.openxmlformats.org/officeDocument/2006/relationships/diagramLayout" Target="../diagrams/layout12.xml"/><Relationship Id="rId7" Type="http://schemas.openxmlformats.org/officeDocument/2006/relationships/diagramLayout" Target="../diagrams/layout13.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openxmlformats.org/officeDocument/2006/relationships/diagramData" Target="../diagrams/data13.xml"/><Relationship Id="rId5" Type="http://schemas.openxmlformats.org/officeDocument/2006/relationships/diagramColors" Target="../diagrams/colors12.xml"/><Relationship Id="rId4" Type="http://schemas.openxmlformats.org/officeDocument/2006/relationships/diagramQuickStyle" Target="../diagrams/quickStyle12.xml"/><Relationship Id="rId9" Type="http://schemas.openxmlformats.org/officeDocument/2006/relationships/diagramColors" Target="../diagrams/colors1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8"/>
          <p:cNvSpPr>
            <a:spLocks noGrp="1" noRot="1" noChangeArrowheads="1"/>
          </p:cNvSpPr>
          <p:nvPr>
            <p:ph type="ctrTitle"/>
          </p:nvPr>
        </p:nvSpPr>
        <p:spPr>
          <a:xfrm>
            <a:off x="3630613" y="1066800"/>
            <a:ext cx="5118100" cy="4219575"/>
          </a:xfrm>
        </p:spPr>
        <p:txBody>
          <a:bodyPr>
            <a:normAutofit/>
          </a:bodyPr>
          <a:lstStyle/>
          <a:p>
            <a:pPr fontAlgn="auto">
              <a:spcAft>
                <a:spcPts val="0"/>
              </a:spcAft>
              <a:defRPr/>
            </a:pPr>
            <a:r>
              <a:rPr lang="zh-CN" altLang="en-US" dirty="0" smtClean="0">
                <a:solidFill>
                  <a:srgbClr val="0066FF"/>
                </a:solidFill>
              </a:rPr>
              <a:t>项目管理</a:t>
            </a:r>
            <a:r>
              <a:rPr lang="en-US" altLang="zh-CN" dirty="0" smtClean="0">
                <a:solidFill>
                  <a:srgbClr val="0066FF"/>
                </a:solidFill>
              </a:rPr>
              <a:t/>
            </a:r>
            <a:br>
              <a:rPr lang="en-US" altLang="zh-CN" dirty="0" smtClean="0">
                <a:solidFill>
                  <a:srgbClr val="0066FF"/>
                </a:solidFill>
              </a:rPr>
            </a:br>
            <a:r>
              <a:rPr lang="en-US" altLang="zh-CN" dirty="0" smtClean="0">
                <a:solidFill>
                  <a:srgbClr val="0066FF"/>
                </a:solidFill>
              </a:rPr>
              <a:t/>
            </a:r>
            <a:br>
              <a:rPr lang="en-US" altLang="zh-CN" dirty="0" smtClean="0">
                <a:solidFill>
                  <a:srgbClr val="0066FF"/>
                </a:solidFill>
              </a:rPr>
            </a:br>
            <a:r>
              <a:rPr lang="en-US" altLang="zh-CN" dirty="0" smtClean="0">
                <a:solidFill>
                  <a:srgbClr val="0066FF"/>
                </a:solidFill>
              </a:rPr>
              <a:t/>
            </a:r>
            <a:br>
              <a:rPr lang="en-US" altLang="zh-CN" dirty="0" smtClean="0">
                <a:solidFill>
                  <a:srgbClr val="0066FF"/>
                </a:solidFill>
              </a:rPr>
            </a:br>
            <a:r>
              <a:rPr lang="en-US" altLang="zh-CN" dirty="0" smtClean="0">
                <a:solidFill>
                  <a:srgbClr val="0066FF"/>
                </a:solidFill>
              </a:rPr>
              <a:t/>
            </a:r>
            <a:br>
              <a:rPr lang="en-US" altLang="zh-CN" dirty="0" smtClean="0">
                <a:solidFill>
                  <a:srgbClr val="0066FF"/>
                </a:solidFill>
              </a:rPr>
            </a:br>
            <a:r>
              <a:rPr lang="zh-CN" altLang="en-US" sz="2400" dirty="0" smtClean="0">
                <a:solidFill>
                  <a:srgbClr val="0066FF"/>
                </a:solidFill>
              </a:rPr>
              <a:t>讲师：李廷伟</a:t>
            </a:r>
            <a:r>
              <a:rPr lang="en-US" altLang="zh-CN" sz="2400" dirty="0" smtClean="0">
                <a:solidFill>
                  <a:srgbClr val="0066FF"/>
                </a:solidFill>
              </a:rPr>
              <a:t/>
            </a:r>
            <a:br>
              <a:rPr lang="en-US" altLang="zh-CN" sz="2400" dirty="0" smtClean="0">
                <a:solidFill>
                  <a:srgbClr val="0066FF"/>
                </a:solidFill>
              </a:rPr>
            </a:br>
            <a:r>
              <a:rPr lang="en-US" altLang="zh-CN" sz="2400" dirty="0" smtClean="0">
                <a:solidFill>
                  <a:srgbClr val="0066FF"/>
                </a:solidFill>
                <a:hlinkClick r:id="rId3"/>
              </a:rPr>
              <a:t>puppyli@163.com</a:t>
            </a:r>
            <a:r>
              <a:rPr lang="en-US" altLang="zh-CN" sz="2400" dirty="0" smtClean="0">
                <a:solidFill>
                  <a:srgbClr val="0066FF"/>
                </a:solidFill>
              </a:rPr>
              <a:t/>
            </a:r>
            <a:br>
              <a:rPr lang="en-US" altLang="zh-CN" sz="2400" dirty="0" smtClean="0">
                <a:solidFill>
                  <a:srgbClr val="0066FF"/>
                </a:solidFill>
              </a:rPr>
            </a:br>
            <a:endParaRPr lang="zh-CN" altLang="en-US" sz="2400" dirty="0" smtClean="0">
              <a:solidFill>
                <a:srgbClr val="0066FF"/>
              </a:solidFill>
            </a:endParaRPr>
          </a:p>
        </p:txBody>
      </p:sp>
      <p:pic>
        <p:nvPicPr>
          <p:cNvPr id="4" name="图片 3" descr="qrcode_for_gh_4a27177f1250_344.jpg"/>
          <p:cNvPicPr>
            <a:picLocks noChangeAspect="1"/>
          </p:cNvPicPr>
          <p:nvPr/>
        </p:nvPicPr>
        <p:blipFill>
          <a:blip r:embed="rId4"/>
          <a:stretch>
            <a:fillRect/>
          </a:stretch>
        </p:blipFill>
        <p:spPr>
          <a:xfrm>
            <a:off x="4786314" y="3929066"/>
            <a:ext cx="1041392" cy="1041392"/>
          </a:xfrm>
          <a:prstGeom prst="rect">
            <a:avLst/>
          </a:prstGeom>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idx="1"/>
          </p:nvPr>
        </p:nvGraphicFramePr>
        <p:xfrm>
          <a:off x="457200" y="1481138"/>
          <a:ext cx="8229600" cy="3733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098" name="标题 1"/>
          <p:cNvSpPr>
            <a:spLocks noGrp="1"/>
          </p:cNvSpPr>
          <p:nvPr>
            <p:ph type="title"/>
          </p:nvPr>
        </p:nvSpPr>
        <p:spPr/>
        <p:txBody>
          <a:bodyPr/>
          <a:lstStyle/>
          <a:p>
            <a:pPr fontAlgn="auto">
              <a:spcAft>
                <a:spcPts val="0"/>
              </a:spcAft>
              <a:defRPr/>
            </a:pPr>
            <a:r>
              <a:rPr lang="zh-CN" altLang="en-US" dirty="0" smtClean="0"/>
              <a:t>为什么讲项目管理？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graphicEl>
                                              <a:dgm id="{27742B5E-CB4F-40D3-BA0E-8990B52474BE}"/>
                                            </p:graphicEl>
                                          </p:spTgt>
                                        </p:tgtEl>
                                        <p:attrNameLst>
                                          <p:attrName>style.visibility</p:attrName>
                                        </p:attrNameLst>
                                      </p:cBhvr>
                                      <p:to>
                                        <p:strVal val="visible"/>
                                      </p:to>
                                    </p:set>
                                    <p:animEffect transition="in" filter="blinds(horizontal)">
                                      <p:cBhvr>
                                        <p:cTn id="7" dur="500"/>
                                        <p:tgtEl>
                                          <p:spTgt spid="6">
                                            <p:graphicEl>
                                              <a:dgm id="{27742B5E-CB4F-40D3-BA0E-8990B52474BE}"/>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graphicEl>
                                              <a:dgm id="{D91E843E-9377-45B9-96E5-BC064E0900BC}"/>
                                            </p:graphicEl>
                                          </p:spTgt>
                                        </p:tgtEl>
                                        <p:attrNameLst>
                                          <p:attrName>style.visibility</p:attrName>
                                        </p:attrNameLst>
                                      </p:cBhvr>
                                      <p:to>
                                        <p:strVal val="visible"/>
                                      </p:to>
                                    </p:set>
                                    <p:animEffect transition="in" filter="blinds(horizontal)">
                                      <p:cBhvr>
                                        <p:cTn id="12" dur="500"/>
                                        <p:tgtEl>
                                          <p:spTgt spid="6">
                                            <p:graphicEl>
                                              <a:dgm id="{D91E843E-9377-45B9-96E5-BC064E0900B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graphicEl>
                                              <a:dgm id="{C0AA9B84-4791-4BED-B01C-FC19A57C8E82}"/>
                                            </p:graphicEl>
                                          </p:spTgt>
                                        </p:tgtEl>
                                        <p:attrNameLst>
                                          <p:attrName>style.visibility</p:attrName>
                                        </p:attrNameLst>
                                      </p:cBhvr>
                                      <p:to>
                                        <p:strVal val="visible"/>
                                      </p:to>
                                    </p:set>
                                    <p:animEffect transition="in" filter="blinds(horizontal)">
                                      <p:cBhvr>
                                        <p:cTn id="17" dur="500"/>
                                        <p:tgtEl>
                                          <p:spTgt spid="6">
                                            <p:graphicEl>
                                              <a:dgm id="{C0AA9B84-4791-4BED-B01C-FC19A57C8E8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graphicEl>
                                              <a:dgm id="{AAB062DA-9CC1-4562-B315-EAA4F9BC0EDF}"/>
                                            </p:graphicEl>
                                          </p:spTgt>
                                        </p:tgtEl>
                                        <p:attrNameLst>
                                          <p:attrName>style.visibility</p:attrName>
                                        </p:attrNameLst>
                                      </p:cBhvr>
                                      <p:to>
                                        <p:strVal val="visible"/>
                                      </p:to>
                                    </p:set>
                                    <p:animEffect transition="in" filter="blinds(horizontal)">
                                      <p:cBhvr>
                                        <p:cTn id="22" dur="500"/>
                                        <p:tgtEl>
                                          <p:spTgt spid="6">
                                            <p:graphicEl>
                                              <a:dgm id="{AAB062DA-9CC1-4562-B315-EAA4F9BC0EDF}"/>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graphicEl>
                                              <a:dgm id="{93E573EC-AF47-4E35-8C8C-145BCE9F7316}"/>
                                            </p:graphicEl>
                                          </p:spTgt>
                                        </p:tgtEl>
                                        <p:attrNameLst>
                                          <p:attrName>style.visibility</p:attrName>
                                        </p:attrNameLst>
                                      </p:cBhvr>
                                      <p:to>
                                        <p:strVal val="visible"/>
                                      </p:to>
                                    </p:set>
                                    <p:animEffect transition="in" filter="blinds(horizontal)">
                                      <p:cBhvr>
                                        <p:cTn id="27" dur="500"/>
                                        <p:tgtEl>
                                          <p:spTgt spid="6">
                                            <p:graphicEl>
                                              <a:dgm id="{93E573EC-AF47-4E35-8C8C-145BCE9F731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285720" y="500042"/>
          <a:ext cx="8540750" cy="4795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graphicEl>
                                              <a:dgm id="{F254EA59-B557-4F44-9B01-D128205558E3}"/>
                                            </p:graphicEl>
                                          </p:spTgt>
                                        </p:tgtEl>
                                        <p:attrNameLst>
                                          <p:attrName>style.visibility</p:attrName>
                                        </p:attrNameLst>
                                      </p:cBhvr>
                                      <p:to>
                                        <p:strVal val="visible"/>
                                      </p:to>
                                    </p:set>
                                    <p:animEffect transition="in" filter="blinds(horizontal)">
                                      <p:cBhvr>
                                        <p:cTn id="7" dur="500"/>
                                        <p:tgtEl>
                                          <p:spTgt spid="4">
                                            <p:graphicEl>
                                              <a:dgm id="{F254EA59-B557-4F44-9B01-D128205558E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graphicEl>
                                              <a:dgm id="{EBCAC5E9-58C4-4627-BFD9-9B8A34F1A338}"/>
                                            </p:graphicEl>
                                          </p:spTgt>
                                        </p:tgtEl>
                                        <p:attrNameLst>
                                          <p:attrName>style.visibility</p:attrName>
                                        </p:attrNameLst>
                                      </p:cBhvr>
                                      <p:to>
                                        <p:strVal val="visible"/>
                                      </p:to>
                                    </p:set>
                                    <p:animEffect transition="in" filter="blinds(horizontal)">
                                      <p:cBhvr>
                                        <p:cTn id="12" dur="500"/>
                                        <p:tgtEl>
                                          <p:spTgt spid="4">
                                            <p:graphicEl>
                                              <a:dgm id="{EBCAC5E9-58C4-4627-BFD9-9B8A34F1A33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dirty="0"/>
          </a:p>
        </p:txBody>
      </p:sp>
      <p:grpSp>
        <p:nvGrpSpPr>
          <p:cNvPr id="4" name="组合 3"/>
          <p:cNvGrpSpPr/>
          <p:nvPr/>
        </p:nvGrpSpPr>
        <p:grpSpPr>
          <a:xfrm>
            <a:off x="379437" y="1571612"/>
            <a:ext cx="8589909" cy="3654511"/>
            <a:chOff x="77812" y="2738656"/>
            <a:chExt cx="8589909" cy="1593982"/>
          </a:xfrm>
        </p:grpSpPr>
        <p:sp>
          <p:nvSpPr>
            <p:cNvPr id="5" name="圆角矩形 4"/>
            <p:cNvSpPr/>
            <p:nvPr/>
          </p:nvSpPr>
          <p:spPr>
            <a:xfrm>
              <a:off x="126971" y="2738656"/>
              <a:ext cx="8540750" cy="159398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圆角矩形 4"/>
            <p:cNvSpPr/>
            <p:nvPr/>
          </p:nvSpPr>
          <p:spPr>
            <a:xfrm>
              <a:off x="77812" y="2769815"/>
              <a:ext cx="8385126" cy="14956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defTabSz="1244600" rtl="0">
                <a:lnSpc>
                  <a:spcPct val="90000"/>
                </a:lnSpc>
                <a:spcBef>
                  <a:spcPct val="0"/>
                </a:spcBef>
                <a:spcAft>
                  <a:spcPct val="35000"/>
                </a:spcAft>
              </a:pPr>
              <a:r>
                <a:rPr lang="zh-CN" sz="2800" kern="1200" dirty="0" smtClean="0"/>
                <a:t>在应付全球化的市场活动中，有两个管理将起到关键性的作用。第一个管理是战略管理，第二个管理是项目管理。战略管理立足于企业的长远和宏观，它考虑的是一个企业核心的竞争力问题，而项目管理是实现这个公司战略，并且支撑这个公司快速健康发展的主要手段和重要保障。</a:t>
              </a:r>
              <a:endParaRPr lang="en-US" altLang="zh-CN" sz="2800" dirty="0" smtClean="0"/>
            </a:p>
            <a:p>
              <a:pPr lvl="0" algn="r" defTabSz="1244600" rtl="0">
                <a:lnSpc>
                  <a:spcPct val="90000"/>
                </a:lnSpc>
                <a:spcBef>
                  <a:spcPct val="0"/>
                </a:spcBef>
                <a:spcAft>
                  <a:spcPct val="35000"/>
                </a:spcAft>
              </a:pPr>
              <a:r>
                <a:rPr lang="en-US" sz="2800" kern="1200" dirty="0" smtClean="0"/>
                <a:t>-</a:t>
              </a:r>
              <a:r>
                <a:rPr lang="zh-CN" sz="2800" kern="1200" dirty="0" smtClean="0"/>
                <a:t>美国学者戴维克兰德</a:t>
              </a:r>
              <a:endParaRPr lang="zh-CN" sz="2800" kern="1200" dirty="0"/>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285720" y="500042"/>
          <a:ext cx="8540750" cy="4795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graphicEl>
                                              <a:dgm id="{F254EA59-B557-4F44-9B01-D128205558E3}"/>
                                            </p:graphicEl>
                                          </p:spTgt>
                                        </p:tgtEl>
                                        <p:attrNameLst>
                                          <p:attrName>style.visibility</p:attrName>
                                        </p:attrNameLst>
                                      </p:cBhvr>
                                      <p:to>
                                        <p:strVal val="visible"/>
                                      </p:to>
                                    </p:set>
                                    <p:animEffect transition="in" filter="blinds(horizontal)">
                                      <p:cBhvr>
                                        <p:cTn id="7" dur="500"/>
                                        <p:tgtEl>
                                          <p:spTgt spid="4">
                                            <p:graphicEl>
                                              <a:dgm id="{F254EA59-B557-4F44-9B01-D128205558E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graphicEl>
                                              <a:dgm id="{EBCAC5E9-58C4-4627-BFD9-9B8A34F1A338}"/>
                                            </p:graphicEl>
                                          </p:spTgt>
                                        </p:tgtEl>
                                        <p:attrNameLst>
                                          <p:attrName>style.visibility</p:attrName>
                                        </p:attrNameLst>
                                      </p:cBhvr>
                                      <p:to>
                                        <p:strVal val="visible"/>
                                      </p:to>
                                    </p:set>
                                    <p:animEffect transition="in" filter="blinds(horizontal)">
                                      <p:cBhvr>
                                        <p:cTn id="12" dur="500"/>
                                        <p:tgtEl>
                                          <p:spTgt spid="4">
                                            <p:graphicEl>
                                              <a:dgm id="{EBCAC5E9-58C4-4627-BFD9-9B8A34F1A33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04800" y="1428736"/>
          <a:ext cx="8540750" cy="4214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122" name="标题 1"/>
          <p:cNvSpPr>
            <a:spLocks noGrp="1"/>
          </p:cNvSpPr>
          <p:nvPr>
            <p:ph type="title"/>
          </p:nvPr>
        </p:nvSpPr>
        <p:spPr/>
        <p:txBody>
          <a:bodyPr/>
          <a:lstStyle/>
          <a:p>
            <a:pPr fontAlgn="auto">
              <a:spcAft>
                <a:spcPts val="0"/>
              </a:spcAft>
              <a:defRPr/>
            </a:pPr>
            <a:r>
              <a:rPr lang="zh-CN" altLang="en-US" dirty="0" smtClean="0"/>
              <a:t>哪些同学受益更大？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graphicEl>
                                              <a:dgm id="{0DCFEE88-016B-43EF-935F-4B6F3C027B74}"/>
                                            </p:graphicEl>
                                          </p:spTgt>
                                        </p:tgtEl>
                                        <p:attrNameLst>
                                          <p:attrName>style.visibility</p:attrName>
                                        </p:attrNameLst>
                                      </p:cBhvr>
                                      <p:to>
                                        <p:strVal val="visible"/>
                                      </p:to>
                                    </p:set>
                                    <p:animEffect transition="in" filter="blinds(horizontal)">
                                      <p:cBhvr>
                                        <p:cTn id="7" dur="500"/>
                                        <p:tgtEl>
                                          <p:spTgt spid="4">
                                            <p:graphicEl>
                                              <a:dgm id="{0DCFEE88-016B-43EF-935F-4B6F3C027B74}"/>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graphicEl>
                                              <a:dgm id="{EF696A19-B8E7-43D3-9226-95F4F865AFA0}"/>
                                            </p:graphicEl>
                                          </p:spTgt>
                                        </p:tgtEl>
                                        <p:attrNameLst>
                                          <p:attrName>style.visibility</p:attrName>
                                        </p:attrNameLst>
                                      </p:cBhvr>
                                      <p:to>
                                        <p:strVal val="visible"/>
                                      </p:to>
                                    </p:set>
                                    <p:animEffect transition="in" filter="blinds(horizontal)">
                                      <p:cBhvr>
                                        <p:cTn id="12" dur="500"/>
                                        <p:tgtEl>
                                          <p:spTgt spid="4">
                                            <p:graphicEl>
                                              <a:dgm id="{EF696A19-B8E7-43D3-9226-95F4F865AFA0}"/>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graphicEl>
                                              <a:dgm id="{448EFF04-EFE3-4425-BBFB-89F8497A71D4}"/>
                                            </p:graphicEl>
                                          </p:spTgt>
                                        </p:tgtEl>
                                        <p:attrNameLst>
                                          <p:attrName>style.visibility</p:attrName>
                                        </p:attrNameLst>
                                      </p:cBhvr>
                                      <p:to>
                                        <p:strVal val="visible"/>
                                      </p:to>
                                    </p:set>
                                    <p:animEffect transition="in" filter="blinds(horizontal)">
                                      <p:cBhvr>
                                        <p:cTn id="17" dur="500"/>
                                        <p:tgtEl>
                                          <p:spTgt spid="4">
                                            <p:graphicEl>
                                              <a:dgm id="{448EFF04-EFE3-4425-BBFB-89F8497A71D4}"/>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graphicEl>
                                              <a:dgm id="{0CCABA45-4045-4656-A144-B297FFD3767D}"/>
                                            </p:graphicEl>
                                          </p:spTgt>
                                        </p:tgtEl>
                                        <p:attrNameLst>
                                          <p:attrName>style.visibility</p:attrName>
                                        </p:attrNameLst>
                                      </p:cBhvr>
                                      <p:to>
                                        <p:strVal val="visible"/>
                                      </p:to>
                                    </p:set>
                                    <p:animEffect transition="in" filter="blinds(horizontal)">
                                      <p:cBhvr>
                                        <p:cTn id="22" dur="500"/>
                                        <p:tgtEl>
                                          <p:spTgt spid="4">
                                            <p:graphicEl>
                                              <a:dgm id="{0CCABA45-4045-4656-A144-B297FFD3767D}"/>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graphicEl>
                                              <a:dgm id="{AA68F2C1-7CC9-4DE1-B3DA-3E6E1F280907}"/>
                                            </p:graphicEl>
                                          </p:spTgt>
                                        </p:tgtEl>
                                        <p:attrNameLst>
                                          <p:attrName>style.visibility</p:attrName>
                                        </p:attrNameLst>
                                      </p:cBhvr>
                                      <p:to>
                                        <p:strVal val="visible"/>
                                      </p:to>
                                    </p:set>
                                    <p:animEffect transition="in" filter="blinds(horizontal)">
                                      <p:cBhvr>
                                        <p:cTn id="27" dur="500"/>
                                        <p:tgtEl>
                                          <p:spTgt spid="4">
                                            <p:graphicEl>
                                              <a:dgm id="{AA68F2C1-7CC9-4DE1-B3DA-3E6E1F2809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descr="00210989.jpg"/>
          <p:cNvPicPr>
            <a:picLocks noGrp="1" noChangeAspect="1"/>
          </p:cNvPicPr>
          <p:nvPr>
            <p:ph idx="1"/>
          </p:nvPr>
        </p:nvPicPr>
        <p:blipFill>
          <a:blip r:embed="rId2"/>
          <a:stretch>
            <a:fillRect/>
          </a:stretch>
        </p:blipFill>
        <p:spPr>
          <a:xfrm>
            <a:off x="1397000" y="1693069"/>
            <a:ext cx="6350000" cy="4102100"/>
          </a:xfrm>
        </p:spPr>
      </p:pic>
      <p:sp>
        <p:nvSpPr>
          <p:cNvPr id="3" name="标题 2"/>
          <p:cNvSpPr>
            <a:spLocks noGrp="1"/>
          </p:cNvSpPr>
          <p:nvPr>
            <p:ph type="title"/>
          </p:nvPr>
        </p:nvSpPr>
        <p:spPr/>
        <p:txBody>
          <a:bodyPr/>
          <a:lstStyle/>
          <a:p>
            <a:r>
              <a:rPr lang="zh-CN" altLang="en-US" dirty="0" smtClean="0"/>
              <a:t>今天把大家领进门</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标题 2"/>
          <p:cNvSpPr>
            <a:spLocks noGrp="1"/>
          </p:cNvSpPr>
          <p:nvPr>
            <p:ph type="title"/>
          </p:nvPr>
        </p:nvSpPr>
        <p:spPr/>
        <p:txBody>
          <a:bodyPr/>
          <a:lstStyle/>
          <a:p>
            <a:r>
              <a:rPr lang="zh-CN" altLang="en-US" dirty="0" smtClean="0"/>
              <a:t>项目管理之旅</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graphicEl>
                                              <a:dgm id="{6C02879C-742A-45FF-9EA7-27C252C1AA46}"/>
                                            </p:graphicEl>
                                          </p:spTgt>
                                        </p:tgtEl>
                                        <p:attrNameLst>
                                          <p:attrName>style.visibility</p:attrName>
                                        </p:attrNameLst>
                                      </p:cBhvr>
                                      <p:to>
                                        <p:strVal val="visible"/>
                                      </p:to>
                                    </p:set>
                                    <p:animEffect transition="in" filter="blinds(horizontal)">
                                      <p:cBhvr>
                                        <p:cTn id="7" dur="500"/>
                                        <p:tgtEl>
                                          <p:spTgt spid="4">
                                            <p:graphicEl>
                                              <a:dgm id="{6C02879C-742A-45FF-9EA7-27C252C1AA4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graphicEl>
                                              <a:dgm id="{835D3459-5FA9-4EB9-96EE-3125C01E7C52}"/>
                                            </p:graphicEl>
                                          </p:spTgt>
                                        </p:tgtEl>
                                        <p:attrNameLst>
                                          <p:attrName>style.visibility</p:attrName>
                                        </p:attrNameLst>
                                      </p:cBhvr>
                                      <p:to>
                                        <p:strVal val="visible"/>
                                      </p:to>
                                    </p:set>
                                    <p:animEffect transition="in" filter="blinds(horizontal)">
                                      <p:cBhvr>
                                        <p:cTn id="12" dur="500"/>
                                        <p:tgtEl>
                                          <p:spTgt spid="4">
                                            <p:graphicEl>
                                              <a:dgm id="{835D3459-5FA9-4EB9-96EE-3125C01E7C52}"/>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graphicEl>
                                              <a:dgm id="{3213AD32-F2E0-47EF-9967-BBF177F775C0}"/>
                                            </p:graphicEl>
                                          </p:spTgt>
                                        </p:tgtEl>
                                        <p:attrNameLst>
                                          <p:attrName>style.visibility</p:attrName>
                                        </p:attrNameLst>
                                      </p:cBhvr>
                                      <p:to>
                                        <p:strVal val="visible"/>
                                      </p:to>
                                    </p:set>
                                    <p:animEffect transition="in" filter="blinds(horizontal)">
                                      <p:cBhvr>
                                        <p:cTn id="17" dur="500"/>
                                        <p:tgtEl>
                                          <p:spTgt spid="4">
                                            <p:graphicEl>
                                              <a:dgm id="{3213AD32-F2E0-47EF-9967-BBF177F775C0}"/>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graphicEl>
                                              <a:dgm id="{90B46370-EC85-4BFE-8009-7DB330330352}"/>
                                            </p:graphicEl>
                                          </p:spTgt>
                                        </p:tgtEl>
                                        <p:attrNameLst>
                                          <p:attrName>style.visibility</p:attrName>
                                        </p:attrNameLst>
                                      </p:cBhvr>
                                      <p:to>
                                        <p:strVal val="visible"/>
                                      </p:to>
                                    </p:set>
                                    <p:animEffect transition="in" filter="blinds(horizontal)">
                                      <p:cBhvr>
                                        <p:cTn id="22" dur="500"/>
                                        <p:tgtEl>
                                          <p:spTgt spid="4">
                                            <p:graphicEl>
                                              <a:dgm id="{90B46370-EC85-4BFE-8009-7DB330330352}"/>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graphicEl>
                                              <a:dgm id="{EE2DAD86-C222-43C1-B852-54BFC79532E5}"/>
                                            </p:graphicEl>
                                          </p:spTgt>
                                        </p:tgtEl>
                                        <p:attrNameLst>
                                          <p:attrName>style.visibility</p:attrName>
                                        </p:attrNameLst>
                                      </p:cBhvr>
                                      <p:to>
                                        <p:strVal val="visible"/>
                                      </p:to>
                                    </p:set>
                                    <p:animEffect transition="in" filter="blinds(horizontal)">
                                      <p:cBhvr>
                                        <p:cTn id="27" dur="500"/>
                                        <p:tgtEl>
                                          <p:spTgt spid="4">
                                            <p:graphicEl>
                                              <a:dgm id="{EE2DAD86-C222-43C1-B852-54BFC79532E5}"/>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graphicEl>
                                              <a:dgm id="{1EFCF5C7-AD44-4769-9D23-41EB4AA47A65}"/>
                                            </p:graphicEl>
                                          </p:spTgt>
                                        </p:tgtEl>
                                        <p:attrNameLst>
                                          <p:attrName>style.visibility</p:attrName>
                                        </p:attrNameLst>
                                      </p:cBhvr>
                                      <p:to>
                                        <p:strVal val="visible"/>
                                      </p:to>
                                    </p:set>
                                    <p:animEffect transition="in" filter="blinds(horizontal)">
                                      <p:cBhvr>
                                        <p:cTn id="32" dur="500"/>
                                        <p:tgtEl>
                                          <p:spTgt spid="4">
                                            <p:graphicEl>
                                              <a:dgm id="{1EFCF5C7-AD44-4769-9D23-41EB4AA47A65}"/>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graphicEl>
                                              <a:dgm id="{EEEED286-BBD2-4BE5-947D-B342994086EC}"/>
                                            </p:graphicEl>
                                          </p:spTgt>
                                        </p:tgtEl>
                                        <p:attrNameLst>
                                          <p:attrName>style.visibility</p:attrName>
                                        </p:attrNameLst>
                                      </p:cBhvr>
                                      <p:to>
                                        <p:strVal val="visible"/>
                                      </p:to>
                                    </p:set>
                                    <p:animEffect transition="in" filter="blinds(horizontal)">
                                      <p:cBhvr>
                                        <p:cTn id="37" dur="500"/>
                                        <p:tgtEl>
                                          <p:spTgt spid="4">
                                            <p:graphicEl>
                                              <a:dgm id="{EEEED286-BBD2-4BE5-947D-B342994086EC}"/>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graphicEl>
                                              <a:dgm id="{5C3E4C21-56B4-4240-A9C2-2FF81E03660F}"/>
                                            </p:graphicEl>
                                          </p:spTgt>
                                        </p:tgtEl>
                                        <p:attrNameLst>
                                          <p:attrName>style.visibility</p:attrName>
                                        </p:attrNameLst>
                                      </p:cBhvr>
                                      <p:to>
                                        <p:strVal val="visible"/>
                                      </p:to>
                                    </p:set>
                                    <p:animEffect transition="in" filter="blinds(horizontal)">
                                      <p:cBhvr>
                                        <p:cTn id="42" dur="500"/>
                                        <p:tgtEl>
                                          <p:spTgt spid="4">
                                            <p:graphicEl>
                                              <a:dgm id="{5C3E4C21-56B4-4240-A9C2-2FF81E03660F}"/>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
                                            <p:graphicEl>
                                              <a:dgm id="{2DBF4BA9-B9BA-4109-9F66-D4B0320DD788}"/>
                                            </p:graphicEl>
                                          </p:spTgt>
                                        </p:tgtEl>
                                        <p:attrNameLst>
                                          <p:attrName>style.visibility</p:attrName>
                                        </p:attrNameLst>
                                      </p:cBhvr>
                                      <p:to>
                                        <p:strVal val="visible"/>
                                      </p:to>
                                    </p:set>
                                    <p:animEffect transition="in" filter="blinds(horizontal)">
                                      <p:cBhvr>
                                        <p:cTn id="47" dur="500"/>
                                        <p:tgtEl>
                                          <p:spTgt spid="4">
                                            <p:graphicEl>
                                              <a:dgm id="{2DBF4BA9-B9BA-4109-9F66-D4B0320DD78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1500166" y="1428736"/>
          <a:ext cx="5838836" cy="46434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194" name="标题 1"/>
          <p:cNvSpPr>
            <a:spLocks noGrp="1"/>
          </p:cNvSpPr>
          <p:nvPr>
            <p:ph type="title"/>
          </p:nvPr>
        </p:nvSpPr>
        <p:spPr/>
        <p:txBody>
          <a:bodyPr/>
          <a:lstStyle/>
          <a:p>
            <a:pPr fontAlgn="auto">
              <a:spcAft>
                <a:spcPts val="0"/>
              </a:spcAft>
              <a:defRPr/>
            </a:pPr>
            <a:r>
              <a:rPr lang="zh-CN" altLang="en-US" dirty="0" smtClean="0"/>
              <a:t>什么是项目？</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graphicEl>
                                              <a:dgm id="{48B245E6-E528-4204-890B-2161CE1D4BC1}"/>
                                            </p:graphicEl>
                                          </p:spTgt>
                                        </p:tgtEl>
                                        <p:attrNameLst>
                                          <p:attrName>style.visibility</p:attrName>
                                        </p:attrNameLst>
                                      </p:cBhvr>
                                      <p:to>
                                        <p:strVal val="visible"/>
                                      </p:to>
                                    </p:set>
                                    <p:animEffect transition="in" filter="blinds(horizontal)">
                                      <p:cBhvr>
                                        <p:cTn id="7" dur="500"/>
                                        <p:tgtEl>
                                          <p:spTgt spid="4">
                                            <p:graphicEl>
                                              <a:dgm id="{48B245E6-E528-4204-890B-2161CE1D4BC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graphicEl>
                                              <a:dgm id="{50778852-53B2-496D-BE34-A56E9644C504}"/>
                                            </p:graphicEl>
                                          </p:spTgt>
                                        </p:tgtEl>
                                        <p:attrNameLst>
                                          <p:attrName>style.visibility</p:attrName>
                                        </p:attrNameLst>
                                      </p:cBhvr>
                                      <p:to>
                                        <p:strVal val="visible"/>
                                      </p:to>
                                    </p:set>
                                    <p:animEffect transition="in" filter="blinds(horizontal)">
                                      <p:cBhvr>
                                        <p:cTn id="12" dur="500"/>
                                        <p:tgtEl>
                                          <p:spTgt spid="4">
                                            <p:graphicEl>
                                              <a:dgm id="{50778852-53B2-496D-BE34-A56E9644C504}"/>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graphicEl>
                                              <a:dgm id="{05D218AB-ECA7-4848-8166-CF1C591A967F}"/>
                                            </p:graphicEl>
                                          </p:spTgt>
                                        </p:tgtEl>
                                        <p:attrNameLst>
                                          <p:attrName>style.visibility</p:attrName>
                                        </p:attrNameLst>
                                      </p:cBhvr>
                                      <p:to>
                                        <p:strVal val="visible"/>
                                      </p:to>
                                    </p:set>
                                    <p:animEffect transition="in" filter="blinds(horizontal)">
                                      <p:cBhvr>
                                        <p:cTn id="17" dur="500"/>
                                        <p:tgtEl>
                                          <p:spTgt spid="4">
                                            <p:graphicEl>
                                              <a:dgm id="{05D218AB-ECA7-4848-8166-CF1C591A967F}"/>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graphicEl>
                                              <a:dgm id="{326DC1D8-B37F-4A7A-BBE2-F69009470D51}"/>
                                            </p:graphicEl>
                                          </p:spTgt>
                                        </p:tgtEl>
                                        <p:attrNameLst>
                                          <p:attrName>style.visibility</p:attrName>
                                        </p:attrNameLst>
                                      </p:cBhvr>
                                      <p:to>
                                        <p:strVal val="visible"/>
                                      </p:to>
                                    </p:set>
                                    <p:animEffect transition="in" filter="blinds(horizontal)">
                                      <p:cBhvr>
                                        <p:cTn id="22" dur="500"/>
                                        <p:tgtEl>
                                          <p:spTgt spid="4">
                                            <p:graphicEl>
                                              <a:dgm id="{326DC1D8-B37F-4A7A-BBE2-F69009470D51}"/>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graphicEl>
                                              <a:dgm id="{ED1D4FE1-6E80-4F3E-B70D-CC01403BB9BE}"/>
                                            </p:graphicEl>
                                          </p:spTgt>
                                        </p:tgtEl>
                                        <p:attrNameLst>
                                          <p:attrName>style.visibility</p:attrName>
                                        </p:attrNameLst>
                                      </p:cBhvr>
                                      <p:to>
                                        <p:strVal val="visible"/>
                                      </p:to>
                                    </p:set>
                                    <p:animEffect transition="in" filter="blinds(horizontal)">
                                      <p:cBhvr>
                                        <p:cTn id="27" dur="500"/>
                                        <p:tgtEl>
                                          <p:spTgt spid="4">
                                            <p:graphicEl>
                                              <a:dgm id="{ED1D4FE1-6E80-4F3E-B70D-CC01403BB9BE}"/>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graphicEl>
                                              <a:dgm id="{FEA27E6B-94C2-4C72-81EB-B8D099F3E86E}"/>
                                            </p:graphicEl>
                                          </p:spTgt>
                                        </p:tgtEl>
                                        <p:attrNameLst>
                                          <p:attrName>style.visibility</p:attrName>
                                        </p:attrNameLst>
                                      </p:cBhvr>
                                      <p:to>
                                        <p:strVal val="visible"/>
                                      </p:to>
                                    </p:set>
                                    <p:animEffect transition="in" filter="blinds(horizontal)">
                                      <p:cBhvr>
                                        <p:cTn id="32" dur="500"/>
                                        <p:tgtEl>
                                          <p:spTgt spid="4">
                                            <p:graphicEl>
                                              <a:dgm id="{FEA27E6B-94C2-4C72-81EB-B8D099F3E86E}"/>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graphicEl>
                                              <a:dgm id="{2DBD74D4-7184-4D3A-A5BE-6263BA56A3AF}"/>
                                            </p:graphicEl>
                                          </p:spTgt>
                                        </p:tgtEl>
                                        <p:attrNameLst>
                                          <p:attrName>style.visibility</p:attrName>
                                        </p:attrNameLst>
                                      </p:cBhvr>
                                      <p:to>
                                        <p:strVal val="visible"/>
                                      </p:to>
                                    </p:set>
                                    <p:animEffect transition="in" filter="blinds(horizontal)">
                                      <p:cBhvr>
                                        <p:cTn id="37" dur="500"/>
                                        <p:tgtEl>
                                          <p:spTgt spid="4">
                                            <p:graphicEl>
                                              <a:dgm id="{2DBD74D4-7184-4D3A-A5BE-6263BA56A3AF}"/>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graphicEl>
                                              <a:dgm id="{6B73ED48-6C78-4ED2-B217-986EF8F3991C}"/>
                                            </p:graphicEl>
                                          </p:spTgt>
                                        </p:tgtEl>
                                        <p:attrNameLst>
                                          <p:attrName>style.visibility</p:attrName>
                                        </p:attrNameLst>
                                      </p:cBhvr>
                                      <p:to>
                                        <p:strVal val="visible"/>
                                      </p:to>
                                    </p:set>
                                    <p:animEffect transition="in" filter="blinds(horizontal)">
                                      <p:cBhvr>
                                        <p:cTn id="42" dur="500"/>
                                        <p:tgtEl>
                                          <p:spTgt spid="4">
                                            <p:graphicEl>
                                              <a:dgm id="{6B73ED48-6C78-4ED2-B217-986EF8F3991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p:cNvSpPr>
            <a:spLocks noGrp="1"/>
          </p:cNvSpPr>
          <p:nvPr>
            <p:ph idx="1"/>
          </p:nvPr>
        </p:nvSpPr>
        <p:spPr>
          <a:xfrm>
            <a:off x="304800" y="1428736"/>
            <a:ext cx="8540750" cy="4714889"/>
          </a:xfrm>
        </p:spPr>
        <p:txBody>
          <a:bodyPr/>
          <a:lstStyle/>
          <a:p>
            <a:r>
              <a:rPr lang="zh-CN" sz="2800" dirty="0" smtClean="0"/>
              <a:t>项目是为创造</a:t>
            </a:r>
            <a:r>
              <a:rPr lang="zh-CN" sz="2800" b="1" dirty="0" smtClean="0">
                <a:solidFill>
                  <a:srgbClr val="C00000"/>
                </a:solidFill>
              </a:rPr>
              <a:t>独特性</a:t>
            </a:r>
            <a:r>
              <a:rPr lang="zh-CN" sz="2800" dirty="0" smtClean="0"/>
              <a:t>产品，服务或成果而进行的</a:t>
            </a:r>
            <a:r>
              <a:rPr lang="zh-CN" altLang="en-US" sz="2800" b="1" dirty="0" smtClean="0">
                <a:solidFill>
                  <a:srgbClr val="C00000"/>
                </a:solidFill>
              </a:rPr>
              <a:t>临时</a:t>
            </a:r>
            <a:r>
              <a:rPr lang="zh-CN" sz="2800" b="1" dirty="0" smtClean="0">
                <a:solidFill>
                  <a:srgbClr val="C00000"/>
                </a:solidFill>
              </a:rPr>
              <a:t>性</a:t>
            </a:r>
            <a:r>
              <a:rPr lang="zh-CN" sz="2800" dirty="0" smtClean="0"/>
              <a:t>工作。</a:t>
            </a:r>
            <a:endParaRPr lang="en-US" altLang="zh-CN" sz="2800" dirty="0" smtClean="0"/>
          </a:p>
          <a:p>
            <a:r>
              <a:rPr lang="zh-CN" sz="2800" dirty="0" smtClean="0"/>
              <a:t>项目的“临时性”是指项目有明确的起点和终点。当此项目已经完成，或项目无法完成而终止时，项目就结束了。</a:t>
            </a:r>
            <a:endParaRPr lang="en-US" altLang="zh-CN" sz="2800" dirty="0" smtClean="0"/>
          </a:p>
          <a:p>
            <a:r>
              <a:rPr lang="zh-CN" altLang="en-US" sz="2800" dirty="0" smtClean="0"/>
              <a:t>项目的</a:t>
            </a:r>
            <a:r>
              <a:rPr lang="zh-CN" sz="2800" dirty="0" smtClean="0"/>
              <a:t>“临时性”并不代表时间短，可能是几个月甚至几年。</a:t>
            </a:r>
            <a:endParaRPr lang="en-US" altLang="zh-CN" sz="2800" dirty="0" smtClean="0"/>
          </a:p>
          <a:p>
            <a:r>
              <a:rPr lang="zh-CN" sz="2800" dirty="0" smtClean="0"/>
              <a:t>项目虽然是临时性的，但最终目的是为了创造持久性的结果。</a:t>
            </a:r>
            <a:endParaRPr lang="zh-CN" altLang="en-US" sz="2800" dirty="0" smtClean="0"/>
          </a:p>
        </p:txBody>
      </p:sp>
      <p:sp>
        <p:nvSpPr>
          <p:cNvPr id="9218" name="标题 1"/>
          <p:cNvSpPr>
            <a:spLocks noGrp="1"/>
          </p:cNvSpPr>
          <p:nvPr>
            <p:ph type="title"/>
          </p:nvPr>
        </p:nvSpPr>
        <p:spPr/>
        <p:txBody>
          <a:bodyPr/>
          <a:lstStyle/>
          <a:p>
            <a:pPr fontAlgn="auto">
              <a:spcAft>
                <a:spcPts val="0"/>
              </a:spcAft>
              <a:defRPr/>
            </a:pPr>
            <a:r>
              <a:rPr lang="zh-CN" altLang="en-US" dirty="0" smtClean="0"/>
              <a:t>项目定义</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1500166" y="1428736"/>
          <a:ext cx="5838836" cy="46434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194" name="标题 1"/>
          <p:cNvSpPr>
            <a:spLocks noGrp="1"/>
          </p:cNvSpPr>
          <p:nvPr>
            <p:ph type="title"/>
          </p:nvPr>
        </p:nvSpPr>
        <p:spPr/>
        <p:txBody>
          <a:bodyPr/>
          <a:lstStyle/>
          <a:p>
            <a:pPr fontAlgn="auto">
              <a:spcAft>
                <a:spcPts val="0"/>
              </a:spcAft>
              <a:defRPr/>
            </a:pPr>
            <a:r>
              <a:rPr lang="zh-CN" altLang="en-US" dirty="0" smtClean="0"/>
              <a:t>什么是项目？</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graphicEl>
                                              <a:dgm id="{48B245E6-E528-4204-890B-2161CE1D4BC1}"/>
                                            </p:graphicEl>
                                          </p:spTgt>
                                        </p:tgtEl>
                                        <p:attrNameLst>
                                          <p:attrName>style.visibility</p:attrName>
                                        </p:attrNameLst>
                                      </p:cBhvr>
                                      <p:to>
                                        <p:strVal val="visible"/>
                                      </p:to>
                                    </p:set>
                                    <p:animEffect transition="in" filter="blinds(horizontal)">
                                      <p:cBhvr>
                                        <p:cTn id="7" dur="500"/>
                                        <p:tgtEl>
                                          <p:spTgt spid="4">
                                            <p:graphicEl>
                                              <a:dgm id="{48B245E6-E528-4204-890B-2161CE1D4BC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graphicEl>
                                              <a:dgm id="{50778852-53B2-496D-BE34-A56E9644C504}"/>
                                            </p:graphicEl>
                                          </p:spTgt>
                                        </p:tgtEl>
                                        <p:attrNameLst>
                                          <p:attrName>style.visibility</p:attrName>
                                        </p:attrNameLst>
                                      </p:cBhvr>
                                      <p:to>
                                        <p:strVal val="visible"/>
                                      </p:to>
                                    </p:set>
                                    <p:animEffect transition="in" filter="blinds(horizontal)">
                                      <p:cBhvr>
                                        <p:cTn id="12" dur="500"/>
                                        <p:tgtEl>
                                          <p:spTgt spid="4">
                                            <p:graphicEl>
                                              <a:dgm id="{50778852-53B2-496D-BE34-A56E9644C504}"/>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graphicEl>
                                              <a:dgm id="{05D218AB-ECA7-4848-8166-CF1C591A967F}"/>
                                            </p:graphicEl>
                                          </p:spTgt>
                                        </p:tgtEl>
                                        <p:attrNameLst>
                                          <p:attrName>style.visibility</p:attrName>
                                        </p:attrNameLst>
                                      </p:cBhvr>
                                      <p:to>
                                        <p:strVal val="visible"/>
                                      </p:to>
                                    </p:set>
                                    <p:animEffect transition="in" filter="blinds(horizontal)">
                                      <p:cBhvr>
                                        <p:cTn id="17" dur="500"/>
                                        <p:tgtEl>
                                          <p:spTgt spid="4">
                                            <p:graphicEl>
                                              <a:dgm id="{05D218AB-ECA7-4848-8166-CF1C591A967F}"/>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graphicEl>
                                              <a:dgm id="{326DC1D8-B37F-4A7A-BBE2-F69009470D51}"/>
                                            </p:graphicEl>
                                          </p:spTgt>
                                        </p:tgtEl>
                                        <p:attrNameLst>
                                          <p:attrName>style.visibility</p:attrName>
                                        </p:attrNameLst>
                                      </p:cBhvr>
                                      <p:to>
                                        <p:strVal val="visible"/>
                                      </p:to>
                                    </p:set>
                                    <p:animEffect transition="in" filter="blinds(horizontal)">
                                      <p:cBhvr>
                                        <p:cTn id="22" dur="500"/>
                                        <p:tgtEl>
                                          <p:spTgt spid="4">
                                            <p:graphicEl>
                                              <a:dgm id="{326DC1D8-B37F-4A7A-BBE2-F69009470D51}"/>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graphicEl>
                                              <a:dgm id="{ED1D4FE1-6E80-4F3E-B70D-CC01403BB9BE}"/>
                                            </p:graphicEl>
                                          </p:spTgt>
                                        </p:tgtEl>
                                        <p:attrNameLst>
                                          <p:attrName>style.visibility</p:attrName>
                                        </p:attrNameLst>
                                      </p:cBhvr>
                                      <p:to>
                                        <p:strVal val="visible"/>
                                      </p:to>
                                    </p:set>
                                    <p:animEffect transition="in" filter="blinds(horizontal)">
                                      <p:cBhvr>
                                        <p:cTn id="27" dur="500"/>
                                        <p:tgtEl>
                                          <p:spTgt spid="4">
                                            <p:graphicEl>
                                              <a:dgm id="{ED1D4FE1-6E80-4F3E-B70D-CC01403BB9BE}"/>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graphicEl>
                                              <a:dgm id="{FEA27E6B-94C2-4C72-81EB-B8D099F3E86E}"/>
                                            </p:graphicEl>
                                          </p:spTgt>
                                        </p:tgtEl>
                                        <p:attrNameLst>
                                          <p:attrName>style.visibility</p:attrName>
                                        </p:attrNameLst>
                                      </p:cBhvr>
                                      <p:to>
                                        <p:strVal val="visible"/>
                                      </p:to>
                                    </p:set>
                                    <p:animEffect transition="in" filter="blinds(horizontal)">
                                      <p:cBhvr>
                                        <p:cTn id="32" dur="500"/>
                                        <p:tgtEl>
                                          <p:spTgt spid="4">
                                            <p:graphicEl>
                                              <a:dgm id="{FEA27E6B-94C2-4C72-81EB-B8D099F3E86E}"/>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graphicEl>
                                              <a:dgm id="{2DBD74D4-7184-4D3A-A5BE-6263BA56A3AF}"/>
                                            </p:graphicEl>
                                          </p:spTgt>
                                        </p:tgtEl>
                                        <p:attrNameLst>
                                          <p:attrName>style.visibility</p:attrName>
                                        </p:attrNameLst>
                                      </p:cBhvr>
                                      <p:to>
                                        <p:strVal val="visible"/>
                                      </p:to>
                                    </p:set>
                                    <p:animEffect transition="in" filter="blinds(horizontal)">
                                      <p:cBhvr>
                                        <p:cTn id="37" dur="500"/>
                                        <p:tgtEl>
                                          <p:spTgt spid="4">
                                            <p:graphicEl>
                                              <a:dgm id="{2DBD74D4-7184-4D3A-A5BE-6263BA56A3AF}"/>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graphicEl>
                                              <a:dgm id="{6B73ED48-6C78-4ED2-B217-986EF8F3991C}"/>
                                            </p:graphicEl>
                                          </p:spTgt>
                                        </p:tgtEl>
                                        <p:attrNameLst>
                                          <p:attrName>style.visibility</p:attrName>
                                        </p:attrNameLst>
                                      </p:cBhvr>
                                      <p:to>
                                        <p:strVal val="visible"/>
                                      </p:to>
                                    </p:set>
                                    <p:animEffect transition="in" filter="blinds(horizontal)">
                                      <p:cBhvr>
                                        <p:cTn id="42" dur="500"/>
                                        <p:tgtEl>
                                          <p:spTgt spid="4">
                                            <p:graphicEl>
                                              <a:dgm id="{6B73ED48-6C78-4ED2-B217-986EF8F3991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标题 2"/>
          <p:cNvSpPr>
            <a:spLocks noGrp="1"/>
          </p:cNvSpPr>
          <p:nvPr>
            <p:ph type="title"/>
          </p:nvPr>
        </p:nvSpPr>
        <p:spPr/>
        <p:txBody>
          <a:bodyPr/>
          <a:lstStyle/>
          <a:p>
            <a:r>
              <a:rPr lang="zh-CN" altLang="en-US" dirty="0" smtClean="0"/>
              <a:t>我们身边存在哪些项目？</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graphicEl>
                                              <a:dgm id="{75DB3692-EEC7-4B8E-9ADD-4377338C2EAB}"/>
                                            </p:graphicEl>
                                          </p:spTgt>
                                        </p:tgtEl>
                                        <p:attrNameLst>
                                          <p:attrName>style.visibility</p:attrName>
                                        </p:attrNameLst>
                                      </p:cBhvr>
                                      <p:to>
                                        <p:strVal val="visible"/>
                                      </p:to>
                                    </p:set>
                                    <p:animEffect transition="in" filter="wipe(down)">
                                      <p:cBhvr>
                                        <p:cTn id="7" dur="500"/>
                                        <p:tgtEl>
                                          <p:spTgt spid="4">
                                            <p:graphicEl>
                                              <a:dgm id="{75DB3692-EEC7-4B8E-9ADD-4377338C2EAB}"/>
                                            </p:graphic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graphicEl>
                                              <a:dgm id="{1D6EDE60-8F3C-4AF0-BC3E-A9F6707780B7}"/>
                                            </p:graphicEl>
                                          </p:spTgt>
                                        </p:tgtEl>
                                        <p:attrNameLst>
                                          <p:attrName>style.visibility</p:attrName>
                                        </p:attrNameLst>
                                      </p:cBhvr>
                                      <p:to>
                                        <p:strVal val="visible"/>
                                      </p:to>
                                    </p:set>
                                    <p:animEffect transition="in" filter="wipe(down)">
                                      <p:cBhvr>
                                        <p:cTn id="10" dur="500"/>
                                        <p:tgtEl>
                                          <p:spTgt spid="4">
                                            <p:graphicEl>
                                              <a:dgm id="{1D6EDE60-8F3C-4AF0-BC3E-A9F6707780B7}"/>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
                                            <p:graphicEl>
                                              <a:dgm id="{DDA3CED4-0AC9-4C81-B24B-45ADBA3A5FAA}"/>
                                            </p:graphicEl>
                                          </p:spTgt>
                                        </p:tgtEl>
                                        <p:attrNameLst>
                                          <p:attrName>style.visibility</p:attrName>
                                        </p:attrNameLst>
                                      </p:cBhvr>
                                      <p:to>
                                        <p:strVal val="visible"/>
                                      </p:to>
                                    </p:set>
                                    <p:animEffect transition="in" filter="wipe(down)">
                                      <p:cBhvr>
                                        <p:cTn id="15" dur="500"/>
                                        <p:tgtEl>
                                          <p:spTgt spid="4">
                                            <p:graphicEl>
                                              <a:dgm id="{DDA3CED4-0AC9-4C81-B24B-45ADBA3A5FAA}"/>
                                            </p:graphic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
                                            <p:graphicEl>
                                              <a:dgm id="{5225C3C8-0C1D-4B3E-B3B8-9C5E251B458C}"/>
                                            </p:graphicEl>
                                          </p:spTgt>
                                        </p:tgtEl>
                                        <p:attrNameLst>
                                          <p:attrName>style.visibility</p:attrName>
                                        </p:attrNameLst>
                                      </p:cBhvr>
                                      <p:to>
                                        <p:strVal val="visible"/>
                                      </p:to>
                                    </p:set>
                                    <p:animEffect transition="in" filter="wipe(down)">
                                      <p:cBhvr>
                                        <p:cTn id="18" dur="500"/>
                                        <p:tgtEl>
                                          <p:spTgt spid="4">
                                            <p:graphicEl>
                                              <a:dgm id="{5225C3C8-0C1D-4B3E-B3B8-9C5E251B458C}"/>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
                                            <p:graphicEl>
                                              <a:dgm id="{9B2D7C8C-889C-435E-B9CA-A0DAC337C706}"/>
                                            </p:graphicEl>
                                          </p:spTgt>
                                        </p:tgtEl>
                                        <p:attrNameLst>
                                          <p:attrName>style.visibility</p:attrName>
                                        </p:attrNameLst>
                                      </p:cBhvr>
                                      <p:to>
                                        <p:strVal val="visible"/>
                                      </p:to>
                                    </p:set>
                                    <p:animEffect transition="in" filter="wipe(down)">
                                      <p:cBhvr>
                                        <p:cTn id="23" dur="500"/>
                                        <p:tgtEl>
                                          <p:spTgt spid="4">
                                            <p:graphicEl>
                                              <a:dgm id="{9B2D7C8C-889C-435E-B9CA-A0DAC337C706}"/>
                                            </p:graphic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
                                            <p:graphicEl>
                                              <a:dgm id="{E66AB92C-0092-4833-A167-6592C6926E1A}"/>
                                            </p:graphicEl>
                                          </p:spTgt>
                                        </p:tgtEl>
                                        <p:attrNameLst>
                                          <p:attrName>style.visibility</p:attrName>
                                        </p:attrNameLst>
                                      </p:cBhvr>
                                      <p:to>
                                        <p:strVal val="visible"/>
                                      </p:to>
                                    </p:set>
                                    <p:animEffect transition="in" filter="wipe(down)">
                                      <p:cBhvr>
                                        <p:cTn id="26" dur="500"/>
                                        <p:tgtEl>
                                          <p:spTgt spid="4">
                                            <p:graphicEl>
                                              <a:dgm id="{E66AB92C-0092-4833-A167-6592C6926E1A}"/>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4">
                                            <p:graphicEl>
                                              <a:dgm id="{E35A9CA0-2A94-4078-9874-C3D3EA57C87A}"/>
                                            </p:graphicEl>
                                          </p:spTgt>
                                        </p:tgtEl>
                                        <p:attrNameLst>
                                          <p:attrName>style.visibility</p:attrName>
                                        </p:attrNameLst>
                                      </p:cBhvr>
                                      <p:to>
                                        <p:strVal val="visible"/>
                                      </p:to>
                                    </p:set>
                                    <p:animEffect transition="in" filter="wipe(down)">
                                      <p:cBhvr>
                                        <p:cTn id="31" dur="500"/>
                                        <p:tgtEl>
                                          <p:spTgt spid="4">
                                            <p:graphicEl>
                                              <a:dgm id="{E35A9CA0-2A94-4078-9874-C3D3EA57C87A}"/>
                                            </p:graphic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
                                            <p:graphicEl>
                                              <a:dgm id="{C9C9C2F2-7A59-4C5A-B3C0-27A409E77A7F}"/>
                                            </p:graphicEl>
                                          </p:spTgt>
                                        </p:tgtEl>
                                        <p:attrNameLst>
                                          <p:attrName>style.visibility</p:attrName>
                                        </p:attrNameLst>
                                      </p:cBhvr>
                                      <p:to>
                                        <p:strVal val="visible"/>
                                      </p:to>
                                    </p:set>
                                    <p:animEffect transition="in" filter="wipe(down)">
                                      <p:cBhvr>
                                        <p:cTn id="34" dur="500"/>
                                        <p:tgtEl>
                                          <p:spTgt spid="4">
                                            <p:graphicEl>
                                              <a:dgm id="{C9C9C2F2-7A59-4C5A-B3C0-27A409E77A7F}"/>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4">
                                            <p:graphicEl>
                                              <a:dgm id="{62A5C596-97B8-4860-8C2B-3DDD2CB73225}"/>
                                            </p:graphicEl>
                                          </p:spTgt>
                                        </p:tgtEl>
                                        <p:attrNameLst>
                                          <p:attrName>style.visibility</p:attrName>
                                        </p:attrNameLst>
                                      </p:cBhvr>
                                      <p:to>
                                        <p:strVal val="visible"/>
                                      </p:to>
                                    </p:set>
                                    <p:animEffect transition="in" filter="wipe(down)">
                                      <p:cBhvr>
                                        <p:cTn id="39" dur="500"/>
                                        <p:tgtEl>
                                          <p:spTgt spid="4">
                                            <p:graphicEl>
                                              <a:dgm id="{62A5C596-97B8-4860-8C2B-3DDD2CB73225}"/>
                                            </p:graphic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4">
                                            <p:graphicEl>
                                              <a:dgm id="{6EE2FB01-AA29-431D-A846-E558BB35CE4F}"/>
                                            </p:graphicEl>
                                          </p:spTgt>
                                        </p:tgtEl>
                                        <p:attrNameLst>
                                          <p:attrName>style.visibility</p:attrName>
                                        </p:attrNameLst>
                                      </p:cBhvr>
                                      <p:to>
                                        <p:strVal val="visible"/>
                                      </p:to>
                                    </p:set>
                                    <p:animEffect transition="in" filter="wipe(down)">
                                      <p:cBhvr>
                                        <p:cTn id="42" dur="500"/>
                                        <p:tgtEl>
                                          <p:spTgt spid="4">
                                            <p:graphicEl>
                                              <a:dgm id="{6EE2FB01-AA29-431D-A846-E558BB35CE4F}"/>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
                                            <p:graphicEl>
                                              <a:dgm id="{FC8550AF-A7F1-47E0-A869-AEC79AB9F4B2}"/>
                                            </p:graphicEl>
                                          </p:spTgt>
                                        </p:tgtEl>
                                        <p:attrNameLst>
                                          <p:attrName>style.visibility</p:attrName>
                                        </p:attrNameLst>
                                      </p:cBhvr>
                                      <p:to>
                                        <p:strVal val="visible"/>
                                      </p:to>
                                    </p:set>
                                    <p:animEffect transition="in" filter="wipe(down)">
                                      <p:cBhvr>
                                        <p:cTn id="47" dur="500"/>
                                        <p:tgtEl>
                                          <p:spTgt spid="4">
                                            <p:graphicEl>
                                              <a:dgm id="{FC8550AF-A7F1-47E0-A869-AEC79AB9F4B2}"/>
                                            </p:graphicEl>
                                          </p:spTgt>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4">
                                            <p:graphicEl>
                                              <a:dgm id="{59B47476-3CF3-4B88-A185-404147CA2ED8}"/>
                                            </p:graphicEl>
                                          </p:spTgt>
                                        </p:tgtEl>
                                        <p:attrNameLst>
                                          <p:attrName>style.visibility</p:attrName>
                                        </p:attrNameLst>
                                      </p:cBhvr>
                                      <p:to>
                                        <p:strVal val="visible"/>
                                      </p:to>
                                    </p:set>
                                    <p:animEffect transition="in" filter="wipe(down)">
                                      <p:cBhvr>
                                        <p:cTn id="50" dur="500"/>
                                        <p:tgtEl>
                                          <p:spTgt spid="4">
                                            <p:graphicEl>
                                              <a:dgm id="{59B47476-3CF3-4B88-A185-404147CA2ED8}"/>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4">
                                            <p:graphicEl>
                                              <a:dgm id="{57AFDE88-BCC1-4B54-9914-758C321F6B86}"/>
                                            </p:graphicEl>
                                          </p:spTgt>
                                        </p:tgtEl>
                                        <p:attrNameLst>
                                          <p:attrName>style.visibility</p:attrName>
                                        </p:attrNameLst>
                                      </p:cBhvr>
                                      <p:to>
                                        <p:strVal val="visible"/>
                                      </p:to>
                                    </p:set>
                                    <p:animEffect transition="in" filter="wipe(down)">
                                      <p:cBhvr>
                                        <p:cTn id="55" dur="500"/>
                                        <p:tgtEl>
                                          <p:spTgt spid="4">
                                            <p:graphicEl>
                                              <a:dgm id="{57AFDE88-BCC1-4B54-9914-758C321F6B86}"/>
                                            </p:graphicEl>
                                          </p:spTgt>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4">
                                            <p:graphicEl>
                                              <a:dgm id="{BF653B0F-4F4E-4533-B51F-3E7D8DE85297}"/>
                                            </p:graphicEl>
                                          </p:spTgt>
                                        </p:tgtEl>
                                        <p:attrNameLst>
                                          <p:attrName>style.visibility</p:attrName>
                                        </p:attrNameLst>
                                      </p:cBhvr>
                                      <p:to>
                                        <p:strVal val="visible"/>
                                      </p:to>
                                    </p:set>
                                    <p:animEffect transition="in" filter="wipe(down)">
                                      <p:cBhvr>
                                        <p:cTn id="58" dur="500"/>
                                        <p:tgtEl>
                                          <p:spTgt spid="4">
                                            <p:graphicEl>
                                              <a:dgm id="{BF653B0F-4F4E-4533-B51F-3E7D8DE85297}"/>
                                            </p:graphic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4">
                                            <p:graphicEl>
                                              <a:dgm id="{9F56823A-168D-4896-89E2-4AE2D79004B8}"/>
                                            </p:graphicEl>
                                          </p:spTgt>
                                        </p:tgtEl>
                                        <p:attrNameLst>
                                          <p:attrName>style.visibility</p:attrName>
                                        </p:attrNameLst>
                                      </p:cBhvr>
                                      <p:to>
                                        <p:strVal val="visible"/>
                                      </p:to>
                                    </p:set>
                                    <p:animEffect transition="in" filter="wipe(down)">
                                      <p:cBhvr>
                                        <p:cTn id="63" dur="500"/>
                                        <p:tgtEl>
                                          <p:spTgt spid="4">
                                            <p:graphicEl>
                                              <a:dgm id="{9F56823A-168D-4896-89E2-4AE2D79004B8}"/>
                                            </p:graphicEl>
                                          </p:spTgt>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
                                            <p:graphicEl>
                                              <a:dgm id="{35210D93-3A0B-4A1C-B747-F77FC5F8A651}"/>
                                            </p:graphicEl>
                                          </p:spTgt>
                                        </p:tgtEl>
                                        <p:attrNameLst>
                                          <p:attrName>style.visibility</p:attrName>
                                        </p:attrNameLst>
                                      </p:cBhvr>
                                      <p:to>
                                        <p:strVal val="visible"/>
                                      </p:to>
                                    </p:set>
                                    <p:animEffect transition="in" filter="wipe(down)">
                                      <p:cBhvr>
                                        <p:cTn id="66" dur="500"/>
                                        <p:tgtEl>
                                          <p:spTgt spid="4">
                                            <p:graphicEl>
                                              <a:dgm id="{35210D93-3A0B-4A1C-B747-F77FC5F8A651}"/>
                                            </p:graphic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4">
                                            <p:graphicEl>
                                              <a:dgm id="{D789DF5A-B6C6-41E1-ABAF-998991345BA7}"/>
                                            </p:graphicEl>
                                          </p:spTgt>
                                        </p:tgtEl>
                                        <p:attrNameLst>
                                          <p:attrName>style.visibility</p:attrName>
                                        </p:attrNameLst>
                                      </p:cBhvr>
                                      <p:to>
                                        <p:strVal val="visible"/>
                                      </p:to>
                                    </p:set>
                                    <p:animEffect transition="in" filter="wipe(down)">
                                      <p:cBhvr>
                                        <p:cTn id="71" dur="500"/>
                                        <p:tgtEl>
                                          <p:spTgt spid="4">
                                            <p:graphicEl>
                                              <a:dgm id="{D789DF5A-B6C6-41E1-ABAF-998991345BA7}"/>
                                            </p:graphicEl>
                                          </p:spTgt>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4">
                                            <p:graphicEl>
                                              <a:dgm id="{C96DE89C-D865-4B9E-8BED-6829C9D46242}"/>
                                            </p:graphicEl>
                                          </p:spTgt>
                                        </p:tgtEl>
                                        <p:attrNameLst>
                                          <p:attrName>style.visibility</p:attrName>
                                        </p:attrNameLst>
                                      </p:cBhvr>
                                      <p:to>
                                        <p:strVal val="visible"/>
                                      </p:to>
                                    </p:set>
                                    <p:animEffect transition="in" filter="wipe(down)">
                                      <p:cBhvr>
                                        <p:cTn id="74" dur="500"/>
                                        <p:tgtEl>
                                          <p:spTgt spid="4">
                                            <p:graphicEl>
                                              <a:dgm id="{C96DE89C-D865-4B9E-8BED-6829C9D4624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2"/>
          <p:cNvSpPr>
            <a:spLocks noGrp="1"/>
          </p:cNvSpPr>
          <p:nvPr>
            <p:ph idx="1"/>
          </p:nvPr>
        </p:nvSpPr>
        <p:spPr/>
        <p:txBody>
          <a:bodyPr/>
          <a:lstStyle/>
          <a:p>
            <a:r>
              <a:rPr lang="zh-CN" dirty="0" smtClean="0"/>
              <a:t>项目管理就是将知识，技能，工作与技术应用于项目活动，以满足项目的要求。</a:t>
            </a:r>
            <a:endParaRPr lang="zh-CN" altLang="en-US" dirty="0" smtClean="0"/>
          </a:p>
        </p:txBody>
      </p:sp>
      <p:sp>
        <p:nvSpPr>
          <p:cNvPr id="10242" name="标题 1"/>
          <p:cNvSpPr>
            <a:spLocks noGrp="1"/>
          </p:cNvSpPr>
          <p:nvPr>
            <p:ph type="title"/>
          </p:nvPr>
        </p:nvSpPr>
        <p:spPr/>
        <p:txBody>
          <a:bodyPr/>
          <a:lstStyle/>
          <a:p>
            <a:pPr fontAlgn="auto">
              <a:spcAft>
                <a:spcPts val="0"/>
              </a:spcAft>
              <a:defRPr/>
            </a:pPr>
            <a:r>
              <a:rPr lang="zh-CN" altLang="en-US" smtClean="0"/>
              <a:t>什么是项目管理？</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1026" name="Picture 2"/>
          <p:cNvPicPr>
            <a:picLocks noGrp="1" noChangeAspect="1" noChangeArrowheads="1"/>
          </p:cNvPicPr>
          <p:nvPr>
            <p:ph idx="1"/>
          </p:nvPr>
        </p:nvPicPr>
        <p:blipFill>
          <a:blip r:embed="rId2"/>
          <a:srcRect/>
          <a:stretch>
            <a:fillRect/>
          </a:stretch>
        </p:blipFill>
        <p:spPr bwMode="auto">
          <a:xfrm>
            <a:off x="714348" y="500042"/>
            <a:ext cx="7408569" cy="45259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假设我们要做</a:t>
            </a:r>
            <a:r>
              <a:rPr lang="zh-CN" altLang="en-US" smtClean="0"/>
              <a:t>一件事情</a:t>
            </a:r>
            <a:r>
              <a:rPr lang="zh-CN" altLang="en-US" dirty="0" smtClean="0"/>
              <a:t>，有一定的约束和目标要求，诸如时间、资金、人力等条件限制，那么如何在这些约束条件下有效地达到我们预想的目标，通过相关的理念、技术方法和工具进行管理的过程就是项目管理。</a:t>
            </a:r>
            <a:endParaRPr lang="zh-CN" altLang="en-US" dirty="0"/>
          </a:p>
        </p:txBody>
      </p:sp>
      <p:sp>
        <p:nvSpPr>
          <p:cNvPr id="3" name="标题 2"/>
          <p:cNvSpPr>
            <a:spLocks noGrp="1"/>
          </p:cNvSpPr>
          <p:nvPr>
            <p:ph type="title"/>
          </p:nvPr>
        </p:nvSpPr>
        <p:spPr/>
        <p:txBody>
          <a:bodyPr/>
          <a:lstStyle/>
          <a:p>
            <a:r>
              <a:rPr lang="zh-CN" altLang="en-US" dirty="0" smtClean="0"/>
              <a:t>通俗的解释“项目管理”</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4019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290" name="标题 1"/>
          <p:cNvSpPr>
            <a:spLocks noGrp="1"/>
          </p:cNvSpPr>
          <p:nvPr>
            <p:ph type="title"/>
          </p:nvPr>
        </p:nvSpPr>
        <p:spPr/>
        <p:txBody>
          <a:bodyPr/>
          <a:lstStyle/>
          <a:p>
            <a:pPr fontAlgn="auto">
              <a:spcAft>
                <a:spcPts val="0"/>
              </a:spcAft>
              <a:defRPr/>
            </a:pPr>
            <a:r>
              <a:rPr lang="zh-CN" altLang="en-US" dirty="0" smtClean="0"/>
              <a:t>项目经理</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2071678"/>
          <a:ext cx="8229600" cy="1571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266" name="标题 1"/>
          <p:cNvSpPr>
            <a:spLocks noGrp="1"/>
          </p:cNvSpPr>
          <p:nvPr>
            <p:ph type="title"/>
          </p:nvPr>
        </p:nvSpPr>
        <p:spPr/>
        <p:txBody>
          <a:bodyPr/>
          <a:lstStyle/>
          <a:p>
            <a:pPr fontAlgn="auto">
              <a:spcAft>
                <a:spcPts val="0"/>
              </a:spcAft>
              <a:defRPr/>
            </a:pPr>
            <a:r>
              <a:rPr lang="zh-CN" altLang="en-US" dirty="0" smtClean="0"/>
              <a:t>项目生命周期</a:t>
            </a:r>
          </a:p>
        </p:txBody>
      </p:sp>
      <p:graphicFrame>
        <p:nvGraphicFramePr>
          <p:cNvPr id="5" name="图示 4"/>
          <p:cNvGraphicFramePr/>
          <p:nvPr/>
        </p:nvGraphicFramePr>
        <p:xfrm>
          <a:off x="357158" y="1357298"/>
          <a:ext cx="8286808" cy="8572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2" name="组合 5"/>
          <p:cNvGrpSpPr/>
          <p:nvPr/>
        </p:nvGrpSpPr>
        <p:grpSpPr>
          <a:xfrm>
            <a:off x="428596" y="3643314"/>
            <a:ext cx="8286808" cy="1071570"/>
            <a:chOff x="0" y="112581"/>
            <a:chExt cx="8286808" cy="533520"/>
          </a:xfrm>
        </p:grpSpPr>
        <p:sp>
          <p:nvSpPr>
            <p:cNvPr id="7" name="圆角矩形 6"/>
            <p:cNvSpPr/>
            <p:nvPr/>
          </p:nvSpPr>
          <p:spPr>
            <a:xfrm>
              <a:off x="0" y="112581"/>
              <a:ext cx="8286808" cy="53352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圆角矩形 4"/>
            <p:cNvSpPr/>
            <p:nvPr/>
          </p:nvSpPr>
          <p:spPr>
            <a:xfrm>
              <a:off x="26044" y="138625"/>
              <a:ext cx="8234720" cy="4814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lvl="0"/>
              <a:r>
                <a:rPr lang="zh-CN" altLang="en-US" sz="2000" dirty="0" smtClean="0"/>
                <a:t>一般而言，项目生命周期包含在一个或多个产品生命周期中。产品生命周期中的很多活动都是以项目的形式进行来实施的。例如新系统研发，系统改造等</a:t>
              </a:r>
              <a:endParaRPr lang="zh-CN" altLang="en-US" sz="2000" dirty="0"/>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3876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314" name="标题 1"/>
          <p:cNvSpPr>
            <a:spLocks noGrp="1"/>
          </p:cNvSpPr>
          <p:nvPr>
            <p:ph type="title"/>
          </p:nvPr>
        </p:nvSpPr>
        <p:spPr/>
        <p:txBody>
          <a:bodyPr/>
          <a:lstStyle/>
          <a:p>
            <a:pPr fontAlgn="auto">
              <a:spcAft>
                <a:spcPts val="0"/>
              </a:spcAft>
              <a:defRPr/>
            </a:pPr>
            <a:r>
              <a:rPr lang="zh-CN" altLang="en-US" dirty="0" smtClean="0"/>
              <a:t>组织结构</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Grp="1" noChangeAspect="1" noChangeArrowheads="1"/>
          </p:cNvPicPr>
          <p:nvPr>
            <p:ph idx="1"/>
          </p:nvPr>
        </p:nvPicPr>
        <p:blipFill>
          <a:blip r:embed="rId2"/>
          <a:srcRect/>
          <a:stretch>
            <a:fillRect/>
          </a:stretch>
        </p:blipFill>
        <p:spPr>
          <a:xfrm>
            <a:off x="1381125" y="2049463"/>
            <a:ext cx="6381750" cy="3390900"/>
          </a:xfrm>
          <a:noFill/>
        </p:spPr>
      </p:pic>
      <p:sp>
        <p:nvSpPr>
          <p:cNvPr id="14338" name="标题 1"/>
          <p:cNvSpPr>
            <a:spLocks noGrp="1"/>
          </p:cNvSpPr>
          <p:nvPr>
            <p:ph type="title"/>
          </p:nvPr>
        </p:nvSpPr>
        <p:spPr/>
        <p:txBody>
          <a:bodyPr/>
          <a:lstStyle/>
          <a:p>
            <a:pPr fontAlgn="auto">
              <a:spcAft>
                <a:spcPts val="0"/>
              </a:spcAft>
              <a:defRPr/>
            </a:pPr>
            <a:r>
              <a:rPr lang="zh-CN" altLang="en-US" smtClean="0"/>
              <a:t>职能型</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a:srcRect/>
          <a:stretch>
            <a:fillRect/>
          </a:stretch>
        </p:blipFill>
        <p:spPr>
          <a:xfrm>
            <a:off x="1328738" y="1906588"/>
            <a:ext cx="6486525" cy="3676650"/>
          </a:xfrm>
          <a:noFill/>
        </p:spPr>
      </p:pic>
      <p:sp>
        <p:nvSpPr>
          <p:cNvPr id="15362" name="标题 1"/>
          <p:cNvSpPr>
            <a:spLocks noGrp="1"/>
          </p:cNvSpPr>
          <p:nvPr>
            <p:ph type="title"/>
          </p:nvPr>
        </p:nvSpPr>
        <p:spPr/>
        <p:txBody>
          <a:bodyPr/>
          <a:lstStyle/>
          <a:p>
            <a:pPr fontAlgn="auto">
              <a:spcAft>
                <a:spcPts val="0"/>
              </a:spcAft>
              <a:defRPr/>
            </a:pPr>
            <a:r>
              <a:rPr lang="zh-CN" altLang="en-US" smtClean="0"/>
              <a:t>矩阵型</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Grp="1" noChangeAspect="1" noChangeArrowheads="1"/>
          </p:cNvPicPr>
          <p:nvPr>
            <p:ph idx="1"/>
          </p:nvPr>
        </p:nvPicPr>
        <p:blipFill>
          <a:blip r:embed="rId2"/>
          <a:srcRect/>
          <a:stretch>
            <a:fillRect/>
          </a:stretch>
        </p:blipFill>
        <p:spPr>
          <a:xfrm>
            <a:off x="1295400" y="1868488"/>
            <a:ext cx="6553200" cy="3752850"/>
          </a:xfrm>
          <a:noFill/>
        </p:spPr>
      </p:pic>
      <p:sp>
        <p:nvSpPr>
          <p:cNvPr id="16386" name="标题 1"/>
          <p:cNvSpPr>
            <a:spLocks noGrp="1"/>
          </p:cNvSpPr>
          <p:nvPr>
            <p:ph type="title"/>
          </p:nvPr>
        </p:nvSpPr>
        <p:spPr/>
        <p:txBody>
          <a:bodyPr/>
          <a:lstStyle/>
          <a:p>
            <a:pPr fontAlgn="auto">
              <a:spcAft>
                <a:spcPts val="0"/>
              </a:spcAft>
              <a:defRPr/>
            </a:pPr>
            <a:r>
              <a:rPr lang="zh-CN" altLang="en-US" smtClean="0"/>
              <a:t>项目型</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buNone/>
            </a:pPr>
            <a:r>
              <a:rPr lang="zh-CN" altLang="en-US" dirty="0" smtClean="0"/>
              <a:t>              如果你是项目经理</a:t>
            </a:r>
            <a:endParaRPr lang="zh-CN" altLang="en-US" dirty="0"/>
          </a:p>
        </p:txBody>
      </p:sp>
      <p:sp>
        <p:nvSpPr>
          <p:cNvPr id="3" name="标题 2"/>
          <p:cNvSpPr>
            <a:spLocks noGrp="1"/>
          </p:cNvSpPr>
          <p:nvPr>
            <p:ph type="title"/>
          </p:nvPr>
        </p:nvSpPr>
        <p:spPr/>
        <p:txBody>
          <a:bodyPr/>
          <a:lstStyle/>
          <a:p>
            <a:endParaRPr lang="zh-CN" altLang="en-US"/>
          </a:p>
        </p:txBody>
      </p:sp>
      <p:pic>
        <p:nvPicPr>
          <p:cNvPr id="5" name="图片 4" descr="manager.jpg"/>
          <p:cNvPicPr>
            <a:picLocks noChangeAspect="1"/>
          </p:cNvPicPr>
          <p:nvPr/>
        </p:nvPicPr>
        <p:blipFill>
          <a:blip r:embed="rId2"/>
          <a:stretch>
            <a:fillRect/>
          </a:stretch>
        </p:blipFill>
        <p:spPr>
          <a:xfrm>
            <a:off x="2214546" y="2143116"/>
            <a:ext cx="5176110" cy="3371866"/>
          </a:xfrm>
          <a:prstGeom prst="rect">
            <a:avLst/>
          </a:prstGeom>
        </p:spPr>
      </p:pic>
      <p:sp>
        <p:nvSpPr>
          <p:cNvPr id="6" name="笑脸 5"/>
          <p:cNvSpPr/>
          <p:nvPr/>
        </p:nvSpPr>
        <p:spPr>
          <a:xfrm>
            <a:off x="1142976" y="1428736"/>
            <a:ext cx="785818" cy="714380"/>
          </a:xfrm>
          <a:prstGeom prst="smileyFac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dissolve">
                                      <p:cBhvr>
                                        <p:cTn id="10"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04800" y="1500174"/>
          <a:ext cx="8540750" cy="4286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410" name="标题 1"/>
          <p:cNvSpPr>
            <a:spLocks noGrp="1"/>
          </p:cNvSpPr>
          <p:nvPr>
            <p:ph type="title"/>
          </p:nvPr>
        </p:nvSpPr>
        <p:spPr/>
        <p:txBody>
          <a:bodyPr/>
          <a:lstStyle/>
          <a:p>
            <a:pPr fontAlgn="auto">
              <a:spcAft>
                <a:spcPts val="0"/>
              </a:spcAft>
              <a:defRPr/>
            </a:pPr>
            <a:r>
              <a:rPr lang="zh-CN" altLang="en-US" dirty="0" smtClean="0"/>
              <a:t>请问你如何做这个项目？</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17500" y="1214422"/>
          <a:ext cx="8540750" cy="4652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434" name="标题 1"/>
          <p:cNvSpPr>
            <a:spLocks noGrp="1"/>
          </p:cNvSpPr>
          <p:nvPr>
            <p:ph type="title"/>
          </p:nvPr>
        </p:nvSpPr>
        <p:spPr/>
        <p:txBody>
          <a:bodyPr/>
          <a:lstStyle/>
          <a:p>
            <a:pPr fontAlgn="auto">
              <a:spcAft>
                <a:spcPts val="0"/>
              </a:spcAft>
              <a:defRPr/>
            </a:pPr>
            <a:r>
              <a:rPr lang="zh-CN" altLang="en-US" dirty="0" smtClean="0"/>
              <a:t>项目管理包含</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graphicEl>
                                              <a:dgm id="{14F4C321-6061-4D2C-A24E-14C72495A2DB}"/>
                                            </p:graphicEl>
                                          </p:spTgt>
                                        </p:tgtEl>
                                        <p:attrNameLst>
                                          <p:attrName>style.visibility</p:attrName>
                                        </p:attrNameLst>
                                      </p:cBhvr>
                                      <p:to>
                                        <p:strVal val="visible"/>
                                      </p:to>
                                    </p:set>
                                    <p:animEffect transition="in" filter="wipe(down)">
                                      <p:cBhvr>
                                        <p:cTn id="7" dur="500"/>
                                        <p:tgtEl>
                                          <p:spTgt spid="4">
                                            <p:graphicEl>
                                              <a:dgm id="{14F4C321-6061-4D2C-A24E-14C72495A2DB}"/>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graphicEl>
                                              <a:dgm id="{1825892B-4962-4C95-8C1B-830D0A7E6C35}"/>
                                            </p:graphicEl>
                                          </p:spTgt>
                                        </p:tgtEl>
                                        <p:attrNameLst>
                                          <p:attrName>style.visibility</p:attrName>
                                        </p:attrNameLst>
                                      </p:cBhvr>
                                      <p:to>
                                        <p:strVal val="visible"/>
                                      </p:to>
                                    </p:set>
                                    <p:animEffect transition="in" filter="wipe(down)">
                                      <p:cBhvr>
                                        <p:cTn id="12" dur="500"/>
                                        <p:tgtEl>
                                          <p:spTgt spid="4">
                                            <p:graphicEl>
                                              <a:dgm id="{1825892B-4962-4C95-8C1B-830D0A7E6C3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graphicEl>
                                              <a:dgm id="{0A0B5FDD-5623-4DFE-BE09-80EB54A72B7B}"/>
                                            </p:graphicEl>
                                          </p:spTgt>
                                        </p:tgtEl>
                                        <p:attrNameLst>
                                          <p:attrName>style.visibility</p:attrName>
                                        </p:attrNameLst>
                                      </p:cBhvr>
                                      <p:to>
                                        <p:strVal val="visible"/>
                                      </p:to>
                                    </p:set>
                                    <p:animEffect transition="in" filter="wipe(down)">
                                      <p:cBhvr>
                                        <p:cTn id="17" dur="500"/>
                                        <p:tgtEl>
                                          <p:spTgt spid="4">
                                            <p:graphicEl>
                                              <a:dgm id="{0A0B5FDD-5623-4DFE-BE09-80EB54A72B7B}"/>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graphicEl>
                                              <a:dgm id="{495A1B10-71F9-472D-A927-E673EDAC1AC3}"/>
                                            </p:graphicEl>
                                          </p:spTgt>
                                        </p:tgtEl>
                                        <p:attrNameLst>
                                          <p:attrName>style.visibility</p:attrName>
                                        </p:attrNameLst>
                                      </p:cBhvr>
                                      <p:to>
                                        <p:strVal val="visible"/>
                                      </p:to>
                                    </p:set>
                                    <p:animEffect transition="in" filter="wipe(down)">
                                      <p:cBhvr>
                                        <p:cTn id="22" dur="500"/>
                                        <p:tgtEl>
                                          <p:spTgt spid="4">
                                            <p:graphicEl>
                                              <a:dgm id="{495A1B10-71F9-472D-A927-E673EDAC1A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04800" y="1214422"/>
          <a:ext cx="8540750" cy="4652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458" name="标题 1"/>
          <p:cNvSpPr>
            <a:spLocks noGrp="1"/>
          </p:cNvSpPr>
          <p:nvPr>
            <p:ph type="title"/>
          </p:nvPr>
        </p:nvSpPr>
        <p:spPr/>
        <p:txBody>
          <a:bodyPr/>
          <a:lstStyle/>
          <a:p>
            <a:pPr fontAlgn="auto">
              <a:spcAft>
                <a:spcPts val="0"/>
              </a:spcAft>
              <a:defRPr/>
            </a:pPr>
            <a:r>
              <a:rPr lang="zh-CN" altLang="en-US" smtClean="0"/>
              <a:t>五大过程组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graphicEl>
                                              <a:dgm id="{BEBD8537-32C5-4CBF-B645-54D7F170B18F}"/>
                                            </p:graphicEl>
                                          </p:spTgt>
                                        </p:tgtEl>
                                        <p:attrNameLst>
                                          <p:attrName>style.visibility</p:attrName>
                                        </p:attrNameLst>
                                      </p:cBhvr>
                                      <p:to>
                                        <p:strVal val="visible"/>
                                      </p:to>
                                    </p:set>
                                    <p:animEffect transition="in" filter="wipe(down)">
                                      <p:cBhvr>
                                        <p:cTn id="7" dur="500"/>
                                        <p:tgtEl>
                                          <p:spTgt spid="4">
                                            <p:graphicEl>
                                              <a:dgm id="{BEBD8537-32C5-4CBF-B645-54D7F170B1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graphicEl>
                                              <a:dgm id="{DBEA44D8-166A-4530-BB49-AAA027E55D58}"/>
                                            </p:graphicEl>
                                          </p:spTgt>
                                        </p:tgtEl>
                                        <p:attrNameLst>
                                          <p:attrName>style.visibility</p:attrName>
                                        </p:attrNameLst>
                                      </p:cBhvr>
                                      <p:to>
                                        <p:strVal val="visible"/>
                                      </p:to>
                                    </p:set>
                                    <p:animEffect transition="in" filter="wipe(down)">
                                      <p:cBhvr>
                                        <p:cTn id="12" dur="500"/>
                                        <p:tgtEl>
                                          <p:spTgt spid="4">
                                            <p:graphicEl>
                                              <a:dgm id="{DBEA44D8-166A-4530-BB49-AAA027E55D58}"/>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graphicEl>
                                              <a:dgm id="{5E72DCCF-D88F-44DB-A1C0-768617BB3152}"/>
                                            </p:graphicEl>
                                          </p:spTgt>
                                        </p:tgtEl>
                                        <p:attrNameLst>
                                          <p:attrName>style.visibility</p:attrName>
                                        </p:attrNameLst>
                                      </p:cBhvr>
                                      <p:to>
                                        <p:strVal val="visible"/>
                                      </p:to>
                                    </p:set>
                                    <p:animEffect transition="in" filter="wipe(down)">
                                      <p:cBhvr>
                                        <p:cTn id="17" dur="500"/>
                                        <p:tgtEl>
                                          <p:spTgt spid="4">
                                            <p:graphicEl>
                                              <a:dgm id="{5E72DCCF-D88F-44DB-A1C0-768617BB3152}"/>
                                            </p:graphic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4">
                                            <p:graphicEl>
                                              <a:dgm id="{7B267A3B-189F-4C05-9854-4D6D486F0EBF}"/>
                                            </p:graphicEl>
                                          </p:spTgt>
                                        </p:tgtEl>
                                        <p:attrNameLst>
                                          <p:attrName>style.visibility</p:attrName>
                                        </p:attrNameLst>
                                      </p:cBhvr>
                                      <p:to>
                                        <p:strVal val="visible"/>
                                      </p:to>
                                    </p:set>
                                    <p:animEffect transition="in" filter="wipe(down)">
                                      <p:cBhvr>
                                        <p:cTn id="20" dur="500"/>
                                        <p:tgtEl>
                                          <p:spTgt spid="4">
                                            <p:graphicEl>
                                              <a:dgm id="{7B267A3B-189F-4C05-9854-4D6D486F0EBF}"/>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4">
                                            <p:graphicEl>
                                              <a:dgm id="{55E376A2-C4F3-4ACF-8B0F-69CB66BDEE91}"/>
                                            </p:graphicEl>
                                          </p:spTgt>
                                        </p:tgtEl>
                                        <p:attrNameLst>
                                          <p:attrName>style.visibility</p:attrName>
                                        </p:attrNameLst>
                                      </p:cBhvr>
                                      <p:to>
                                        <p:strVal val="visible"/>
                                      </p:to>
                                    </p:set>
                                    <p:animEffect transition="in" filter="wipe(down)">
                                      <p:cBhvr>
                                        <p:cTn id="25" dur="500"/>
                                        <p:tgtEl>
                                          <p:spTgt spid="4">
                                            <p:graphicEl>
                                              <a:dgm id="{55E376A2-C4F3-4ACF-8B0F-69CB66BDEE91}"/>
                                            </p:graphic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4">
                                            <p:graphicEl>
                                              <a:dgm id="{CB8FA516-0594-4BB3-B4D4-4BE2241FE373}"/>
                                            </p:graphicEl>
                                          </p:spTgt>
                                        </p:tgtEl>
                                        <p:attrNameLst>
                                          <p:attrName>style.visibility</p:attrName>
                                        </p:attrNameLst>
                                      </p:cBhvr>
                                      <p:to>
                                        <p:strVal val="visible"/>
                                      </p:to>
                                    </p:set>
                                    <p:animEffect transition="in" filter="wipe(down)">
                                      <p:cBhvr>
                                        <p:cTn id="30" dur="500"/>
                                        <p:tgtEl>
                                          <p:spTgt spid="4">
                                            <p:graphicEl>
                                              <a:dgm id="{CB8FA516-0594-4BB3-B4D4-4BE2241FE373}"/>
                                            </p:graphic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4">
                                            <p:graphicEl>
                                              <a:dgm id="{6F55EF60-112A-488E-9C7E-EC40258FE970}"/>
                                            </p:graphicEl>
                                          </p:spTgt>
                                        </p:tgtEl>
                                        <p:attrNameLst>
                                          <p:attrName>style.visibility</p:attrName>
                                        </p:attrNameLst>
                                      </p:cBhvr>
                                      <p:to>
                                        <p:strVal val="visible"/>
                                      </p:to>
                                    </p:set>
                                    <p:animEffect transition="in" filter="wipe(down)">
                                      <p:cBhvr>
                                        <p:cTn id="33" dur="500"/>
                                        <p:tgtEl>
                                          <p:spTgt spid="4">
                                            <p:graphicEl>
                                              <a:dgm id="{6F55EF60-112A-488E-9C7E-EC40258FE970}"/>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4">
                                            <p:graphicEl>
                                              <a:dgm id="{C5F1BEED-F716-418F-A504-3DC62694FA6F}"/>
                                            </p:graphicEl>
                                          </p:spTgt>
                                        </p:tgtEl>
                                        <p:attrNameLst>
                                          <p:attrName>style.visibility</p:attrName>
                                        </p:attrNameLst>
                                      </p:cBhvr>
                                      <p:to>
                                        <p:strVal val="visible"/>
                                      </p:to>
                                    </p:set>
                                    <p:animEffect transition="in" filter="wipe(down)">
                                      <p:cBhvr>
                                        <p:cTn id="38" dur="500"/>
                                        <p:tgtEl>
                                          <p:spTgt spid="4">
                                            <p:graphicEl>
                                              <a:dgm id="{C5F1BEED-F716-418F-A504-3DC62694FA6F}"/>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4">
                                            <p:graphicEl>
                                              <a:dgm id="{56907F84-BA41-40C8-8899-C6110583CC8C}"/>
                                            </p:graphicEl>
                                          </p:spTgt>
                                        </p:tgtEl>
                                        <p:attrNameLst>
                                          <p:attrName>style.visibility</p:attrName>
                                        </p:attrNameLst>
                                      </p:cBhvr>
                                      <p:to>
                                        <p:strVal val="visible"/>
                                      </p:to>
                                    </p:set>
                                    <p:animEffect transition="in" filter="wipe(down)">
                                      <p:cBhvr>
                                        <p:cTn id="43" dur="500"/>
                                        <p:tgtEl>
                                          <p:spTgt spid="4">
                                            <p:graphicEl>
                                              <a:dgm id="{56907F84-BA41-40C8-8899-C6110583CC8C}"/>
                                            </p:graphicEl>
                                          </p:spTgt>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4">
                                            <p:graphicEl>
                                              <a:dgm id="{6CE4C3A5-0D96-46C2-9132-618C3F16D84E}"/>
                                            </p:graphicEl>
                                          </p:spTgt>
                                        </p:tgtEl>
                                        <p:attrNameLst>
                                          <p:attrName>style.visibility</p:attrName>
                                        </p:attrNameLst>
                                      </p:cBhvr>
                                      <p:to>
                                        <p:strVal val="visible"/>
                                      </p:to>
                                    </p:set>
                                    <p:animEffect transition="in" filter="wipe(down)">
                                      <p:cBhvr>
                                        <p:cTn id="46" dur="500"/>
                                        <p:tgtEl>
                                          <p:spTgt spid="4">
                                            <p:graphicEl>
                                              <a:dgm id="{6CE4C3A5-0D96-46C2-9132-618C3F16D84E}"/>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4">
                                            <p:graphicEl>
                                              <a:dgm id="{D2677F22-3250-43A8-BF3E-B902E0220E9D}"/>
                                            </p:graphicEl>
                                          </p:spTgt>
                                        </p:tgtEl>
                                        <p:attrNameLst>
                                          <p:attrName>style.visibility</p:attrName>
                                        </p:attrNameLst>
                                      </p:cBhvr>
                                      <p:to>
                                        <p:strVal val="visible"/>
                                      </p:to>
                                    </p:set>
                                    <p:animEffect transition="in" filter="wipe(down)">
                                      <p:cBhvr>
                                        <p:cTn id="51" dur="500"/>
                                        <p:tgtEl>
                                          <p:spTgt spid="4">
                                            <p:graphicEl>
                                              <a:dgm id="{D2677F22-3250-43A8-BF3E-B902E0220E9D}"/>
                                            </p:graphic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4">
                                            <p:graphicEl>
                                              <a:dgm id="{59F66FB1-1A89-4604-AD0A-5AA2D99792C9}"/>
                                            </p:graphicEl>
                                          </p:spTgt>
                                        </p:tgtEl>
                                        <p:attrNameLst>
                                          <p:attrName>style.visibility</p:attrName>
                                        </p:attrNameLst>
                                      </p:cBhvr>
                                      <p:to>
                                        <p:strVal val="visible"/>
                                      </p:to>
                                    </p:set>
                                    <p:animEffect transition="in" filter="wipe(down)">
                                      <p:cBhvr>
                                        <p:cTn id="56" dur="500"/>
                                        <p:tgtEl>
                                          <p:spTgt spid="4">
                                            <p:graphicEl>
                                              <a:dgm id="{59F66FB1-1A89-4604-AD0A-5AA2D99792C9}"/>
                                            </p:graphicEl>
                                          </p:spTgt>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4">
                                            <p:graphicEl>
                                              <a:dgm id="{1166AA6B-EE56-4193-9F56-020DE4C1BD4C}"/>
                                            </p:graphicEl>
                                          </p:spTgt>
                                        </p:tgtEl>
                                        <p:attrNameLst>
                                          <p:attrName>style.visibility</p:attrName>
                                        </p:attrNameLst>
                                      </p:cBhvr>
                                      <p:to>
                                        <p:strVal val="visible"/>
                                      </p:to>
                                    </p:set>
                                    <p:animEffect transition="in" filter="wipe(down)">
                                      <p:cBhvr>
                                        <p:cTn id="59" dur="500"/>
                                        <p:tgtEl>
                                          <p:spTgt spid="4">
                                            <p:graphicEl>
                                              <a:dgm id="{1166AA6B-EE56-4193-9F56-020DE4C1BD4C}"/>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4">
                                            <p:graphicEl>
                                              <a:dgm id="{900CC08E-5F7E-4085-828C-57479D9B7B90}"/>
                                            </p:graphicEl>
                                          </p:spTgt>
                                        </p:tgtEl>
                                        <p:attrNameLst>
                                          <p:attrName>style.visibility</p:attrName>
                                        </p:attrNameLst>
                                      </p:cBhvr>
                                      <p:to>
                                        <p:strVal val="visible"/>
                                      </p:to>
                                    </p:set>
                                    <p:animEffect transition="in" filter="wipe(down)">
                                      <p:cBhvr>
                                        <p:cTn id="64" dur="500"/>
                                        <p:tgtEl>
                                          <p:spTgt spid="4">
                                            <p:graphicEl>
                                              <a:dgm id="{900CC08E-5F7E-4085-828C-57479D9B7B9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04800" y="1214422"/>
          <a:ext cx="8540750" cy="4652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482" name="标题 1"/>
          <p:cNvSpPr>
            <a:spLocks noGrp="1"/>
          </p:cNvSpPr>
          <p:nvPr>
            <p:ph type="title"/>
          </p:nvPr>
        </p:nvSpPr>
        <p:spPr/>
        <p:txBody>
          <a:bodyPr/>
          <a:lstStyle/>
          <a:p>
            <a:pPr fontAlgn="auto">
              <a:spcAft>
                <a:spcPts val="0"/>
              </a:spcAft>
              <a:defRPr/>
            </a:pPr>
            <a:r>
              <a:rPr lang="zh-CN" altLang="en-US" dirty="0" smtClean="0"/>
              <a:t>十大知识领域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0B6EC10A-A1D3-45DA-9D4F-F9A3499EAB78}"/>
                                            </p:graphicEl>
                                          </p:spTgt>
                                        </p:tgtEl>
                                        <p:attrNameLst>
                                          <p:attrName>style.visibility</p:attrName>
                                        </p:attrNameLst>
                                      </p:cBhvr>
                                      <p:to>
                                        <p:strVal val="visible"/>
                                      </p:to>
                                    </p:set>
                                    <p:animEffect transition="in" filter="fade">
                                      <p:cBhvr>
                                        <p:cTn id="7" dur="2000"/>
                                        <p:tgtEl>
                                          <p:spTgt spid="4">
                                            <p:graphicEl>
                                              <a:dgm id="{0B6EC10A-A1D3-45DA-9D4F-F9A3499EAB7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128A1EC2-70A0-4E3A-B67B-EB64CE7B0AC5}"/>
                                            </p:graphicEl>
                                          </p:spTgt>
                                        </p:tgtEl>
                                        <p:attrNameLst>
                                          <p:attrName>style.visibility</p:attrName>
                                        </p:attrNameLst>
                                      </p:cBhvr>
                                      <p:to>
                                        <p:strVal val="visible"/>
                                      </p:to>
                                    </p:set>
                                    <p:animEffect transition="in" filter="fade">
                                      <p:cBhvr>
                                        <p:cTn id="12" dur="2000"/>
                                        <p:tgtEl>
                                          <p:spTgt spid="4">
                                            <p:graphicEl>
                                              <a:dgm id="{128A1EC2-70A0-4E3A-B67B-EB64CE7B0AC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graphicEl>
                                              <a:dgm id="{2E03C4FC-5750-4A03-AC99-111707E05D4B}"/>
                                            </p:graphicEl>
                                          </p:spTgt>
                                        </p:tgtEl>
                                        <p:attrNameLst>
                                          <p:attrName>style.visibility</p:attrName>
                                        </p:attrNameLst>
                                      </p:cBhvr>
                                      <p:to>
                                        <p:strVal val="visible"/>
                                      </p:to>
                                    </p:set>
                                    <p:animEffect transition="in" filter="fade">
                                      <p:cBhvr>
                                        <p:cTn id="17" dur="2000"/>
                                        <p:tgtEl>
                                          <p:spTgt spid="4">
                                            <p:graphicEl>
                                              <a:dgm id="{2E03C4FC-5750-4A03-AC99-111707E05D4B}"/>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graphicEl>
                                              <a:dgm id="{7DF8BF3C-85B3-4EC4-BFAF-E59C77203843}"/>
                                            </p:graphicEl>
                                          </p:spTgt>
                                        </p:tgtEl>
                                        <p:attrNameLst>
                                          <p:attrName>style.visibility</p:attrName>
                                        </p:attrNameLst>
                                      </p:cBhvr>
                                      <p:to>
                                        <p:strVal val="visible"/>
                                      </p:to>
                                    </p:set>
                                    <p:animEffect transition="in" filter="fade">
                                      <p:cBhvr>
                                        <p:cTn id="22" dur="2000"/>
                                        <p:tgtEl>
                                          <p:spTgt spid="4">
                                            <p:graphicEl>
                                              <a:dgm id="{7DF8BF3C-85B3-4EC4-BFAF-E59C77203843}"/>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graphicEl>
                                              <a:dgm id="{8110F054-D8A2-4AB8-9F3C-E69069EF4128}"/>
                                            </p:graphicEl>
                                          </p:spTgt>
                                        </p:tgtEl>
                                        <p:attrNameLst>
                                          <p:attrName>style.visibility</p:attrName>
                                        </p:attrNameLst>
                                      </p:cBhvr>
                                      <p:to>
                                        <p:strVal val="visible"/>
                                      </p:to>
                                    </p:set>
                                    <p:animEffect transition="in" filter="fade">
                                      <p:cBhvr>
                                        <p:cTn id="27" dur="2000"/>
                                        <p:tgtEl>
                                          <p:spTgt spid="4">
                                            <p:graphicEl>
                                              <a:dgm id="{8110F054-D8A2-4AB8-9F3C-E69069EF4128}"/>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graphicEl>
                                              <a:dgm id="{DCE7C6D7-8470-4D98-BD1A-E372E726ADB3}"/>
                                            </p:graphicEl>
                                          </p:spTgt>
                                        </p:tgtEl>
                                        <p:attrNameLst>
                                          <p:attrName>style.visibility</p:attrName>
                                        </p:attrNameLst>
                                      </p:cBhvr>
                                      <p:to>
                                        <p:strVal val="visible"/>
                                      </p:to>
                                    </p:set>
                                    <p:animEffect transition="in" filter="fade">
                                      <p:cBhvr>
                                        <p:cTn id="32" dur="2000"/>
                                        <p:tgtEl>
                                          <p:spTgt spid="4">
                                            <p:graphicEl>
                                              <a:dgm id="{DCE7C6D7-8470-4D98-BD1A-E372E726ADB3}"/>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graphicEl>
                                              <a:dgm id="{58F1FE31-9E1A-4E29-ADF6-E6D50040E55D}"/>
                                            </p:graphicEl>
                                          </p:spTgt>
                                        </p:tgtEl>
                                        <p:attrNameLst>
                                          <p:attrName>style.visibility</p:attrName>
                                        </p:attrNameLst>
                                      </p:cBhvr>
                                      <p:to>
                                        <p:strVal val="visible"/>
                                      </p:to>
                                    </p:set>
                                    <p:animEffect transition="in" filter="fade">
                                      <p:cBhvr>
                                        <p:cTn id="37" dur="2000"/>
                                        <p:tgtEl>
                                          <p:spTgt spid="4">
                                            <p:graphicEl>
                                              <a:dgm id="{58F1FE31-9E1A-4E29-ADF6-E6D50040E55D}"/>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graphicEl>
                                              <a:dgm id="{5C2EB3FC-1B2A-4658-A712-C4D48494D9AE}"/>
                                            </p:graphicEl>
                                          </p:spTgt>
                                        </p:tgtEl>
                                        <p:attrNameLst>
                                          <p:attrName>style.visibility</p:attrName>
                                        </p:attrNameLst>
                                      </p:cBhvr>
                                      <p:to>
                                        <p:strVal val="visible"/>
                                      </p:to>
                                    </p:set>
                                    <p:animEffect transition="in" filter="fade">
                                      <p:cBhvr>
                                        <p:cTn id="42" dur="2000"/>
                                        <p:tgtEl>
                                          <p:spTgt spid="4">
                                            <p:graphicEl>
                                              <a:dgm id="{5C2EB3FC-1B2A-4658-A712-C4D48494D9AE}"/>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graphicEl>
                                              <a:dgm id="{BD00C52D-8D32-4DB6-82D8-66204F756E23}"/>
                                            </p:graphicEl>
                                          </p:spTgt>
                                        </p:tgtEl>
                                        <p:attrNameLst>
                                          <p:attrName>style.visibility</p:attrName>
                                        </p:attrNameLst>
                                      </p:cBhvr>
                                      <p:to>
                                        <p:strVal val="visible"/>
                                      </p:to>
                                    </p:set>
                                    <p:animEffect transition="in" filter="fade">
                                      <p:cBhvr>
                                        <p:cTn id="47" dur="2000"/>
                                        <p:tgtEl>
                                          <p:spTgt spid="4">
                                            <p:graphicEl>
                                              <a:dgm id="{BD00C52D-8D32-4DB6-82D8-66204F756E23}"/>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D7DF19D4-A34F-47EB-84FA-90C0DADEB56C}"/>
                                            </p:graphicEl>
                                          </p:spTgt>
                                        </p:tgtEl>
                                        <p:attrNameLst>
                                          <p:attrName>style.visibility</p:attrName>
                                        </p:attrNameLst>
                                      </p:cBhvr>
                                      <p:to>
                                        <p:strVal val="visible"/>
                                      </p:to>
                                    </p:set>
                                    <p:animEffect transition="in" filter="fade">
                                      <p:cBhvr>
                                        <p:cTn id="52" dur="2000"/>
                                        <p:tgtEl>
                                          <p:spTgt spid="4">
                                            <p:graphicEl>
                                              <a:dgm id="{D7DF19D4-A34F-47EB-84FA-90C0DADEB56C}"/>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graphicEl>
                                              <a:dgm id="{11A91DE2-555D-414B-A00B-4DD42AB572CA}"/>
                                            </p:graphicEl>
                                          </p:spTgt>
                                        </p:tgtEl>
                                        <p:attrNameLst>
                                          <p:attrName>style.visibility</p:attrName>
                                        </p:attrNameLst>
                                      </p:cBhvr>
                                      <p:to>
                                        <p:strVal val="visible"/>
                                      </p:to>
                                    </p:set>
                                    <p:animEffect transition="in" filter="fade">
                                      <p:cBhvr>
                                        <p:cTn id="57" dur="2000"/>
                                        <p:tgtEl>
                                          <p:spTgt spid="4">
                                            <p:graphicEl>
                                              <a:dgm id="{11A91DE2-555D-414B-A00B-4DD42AB572CA}"/>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graphicEl>
                                              <a:dgm id="{38CAF6FA-AEFE-462A-9AA9-9DC19E6B5F3D}"/>
                                            </p:graphicEl>
                                          </p:spTgt>
                                        </p:tgtEl>
                                        <p:attrNameLst>
                                          <p:attrName>style.visibility</p:attrName>
                                        </p:attrNameLst>
                                      </p:cBhvr>
                                      <p:to>
                                        <p:strVal val="visible"/>
                                      </p:to>
                                    </p:set>
                                    <p:animEffect transition="in" filter="fade">
                                      <p:cBhvr>
                                        <p:cTn id="62" dur="2000"/>
                                        <p:tgtEl>
                                          <p:spTgt spid="4">
                                            <p:graphicEl>
                                              <a:dgm id="{38CAF6FA-AEFE-462A-9AA9-9DC19E6B5F3D}"/>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graphicEl>
                                              <a:dgm id="{759876CE-E5F6-42EB-B658-64A75C764ACD}"/>
                                            </p:graphicEl>
                                          </p:spTgt>
                                        </p:tgtEl>
                                        <p:attrNameLst>
                                          <p:attrName>style.visibility</p:attrName>
                                        </p:attrNameLst>
                                      </p:cBhvr>
                                      <p:to>
                                        <p:strVal val="visible"/>
                                      </p:to>
                                    </p:set>
                                    <p:animEffect transition="in" filter="fade">
                                      <p:cBhvr>
                                        <p:cTn id="67" dur="2000"/>
                                        <p:tgtEl>
                                          <p:spTgt spid="4">
                                            <p:graphicEl>
                                              <a:dgm id="{759876CE-E5F6-42EB-B658-64A75C764ACD}"/>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graphicEl>
                                              <a:dgm id="{2228309C-75B8-47D9-8B71-0937E7E4637C}"/>
                                            </p:graphicEl>
                                          </p:spTgt>
                                        </p:tgtEl>
                                        <p:attrNameLst>
                                          <p:attrName>style.visibility</p:attrName>
                                        </p:attrNameLst>
                                      </p:cBhvr>
                                      <p:to>
                                        <p:strVal val="visible"/>
                                      </p:to>
                                    </p:set>
                                    <p:animEffect transition="in" filter="fade">
                                      <p:cBhvr>
                                        <p:cTn id="72" dur="2000"/>
                                        <p:tgtEl>
                                          <p:spTgt spid="4">
                                            <p:graphicEl>
                                              <a:dgm id="{2228309C-75B8-47D9-8B71-0937E7E4637C}"/>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graphicEl>
                                              <a:dgm id="{5FD2E79A-A5C0-4154-8A70-726B6F91B619}"/>
                                            </p:graphicEl>
                                          </p:spTgt>
                                        </p:tgtEl>
                                        <p:attrNameLst>
                                          <p:attrName>style.visibility</p:attrName>
                                        </p:attrNameLst>
                                      </p:cBhvr>
                                      <p:to>
                                        <p:strVal val="visible"/>
                                      </p:to>
                                    </p:set>
                                    <p:animEffect transition="in" filter="fade">
                                      <p:cBhvr>
                                        <p:cTn id="77" dur="2000"/>
                                        <p:tgtEl>
                                          <p:spTgt spid="4">
                                            <p:graphicEl>
                                              <a:dgm id="{5FD2E79A-A5C0-4154-8A70-726B6F91B619}"/>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graphicEl>
                                              <a:dgm id="{46C84389-BC67-41AE-A827-C81F2BBACBA1}"/>
                                            </p:graphicEl>
                                          </p:spTgt>
                                        </p:tgtEl>
                                        <p:attrNameLst>
                                          <p:attrName>style.visibility</p:attrName>
                                        </p:attrNameLst>
                                      </p:cBhvr>
                                      <p:to>
                                        <p:strVal val="visible"/>
                                      </p:to>
                                    </p:set>
                                    <p:animEffect transition="in" filter="fade">
                                      <p:cBhvr>
                                        <p:cTn id="82" dur="2000"/>
                                        <p:tgtEl>
                                          <p:spTgt spid="4">
                                            <p:graphicEl>
                                              <a:dgm id="{46C84389-BC67-41AE-A827-C81F2BBACBA1}"/>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graphicEl>
                                              <a:dgm id="{FF90249E-5A51-4EB9-A945-ACCC5E77C4CC}"/>
                                            </p:graphicEl>
                                          </p:spTgt>
                                        </p:tgtEl>
                                        <p:attrNameLst>
                                          <p:attrName>style.visibility</p:attrName>
                                        </p:attrNameLst>
                                      </p:cBhvr>
                                      <p:to>
                                        <p:strVal val="visible"/>
                                      </p:to>
                                    </p:set>
                                    <p:animEffect transition="in" filter="fade">
                                      <p:cBhvr>
                                        <p:cTn id="87" dur="2000"/>
                                        <p:tgtEl>
                                          <p:spTgt spid="4">
                                            <p:graphicEl>
                                              <a:dgm id="{FF90249E-5A51-4EB9-A945-ACCC5E77C4CC}"/>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graphicEl>
                                              <a:dgm id="{C0450415-DB87-49FC-A670-BA38AC2051B6}"/>
                                            </p:graphicEl>
                                          </p:spTgt>
                                        </p:tgtEl>
                                        <p:attrNameLst>
                                          <p:attrName>style.visibility</p:attrName>
                                        </p:attrNameLst>
                                      </p:cBhvr>
                                      <p:to>
                                        <p:strVal val="visible"/>
                                      </p:to>
                                    </p:set>
                                    <p:animEffect transition="in" filter="fade">
                                      <p:cBhvr>
                                        <p:cTn id="92" dur="2000"/>
                                        <p:tgtEl>
                                          <p:spTgt spid="4">
                                            <p:graphicEl>
                                              <a:dgm id="{C0450415-DB87-49FC-A670-BA38AC2051B6}"/>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
                                            <p:graphicEl>
                                              <a:dgm id="{878F975B-A462-4C8C-8FB0-C9DD8F9274E7}"/>
                                            </p:graphicEl>
                                          </p:spTgt>
                                        </p:tgtEl>
                                        <p:attrNameLst>
                                          <p:attrName>style.visibility</p:attrName>
                                        </p:attrNameLst>
                                      </p:cBhvr>
                                      <p:to>
                                        <p:strVal val="visible"/>
                                      </p:to>
                                    </p:set>
                                    <p:animEffect transition="in" filter="fade">
                                      <p:cBhvr>
                                        <p:cTn id="97" dur="2000"/>
                                        <p:tgtEl>
                                          <p:spTgt spid="4">
                                            <p:graphicEl>
                                              <a:dgm id="{878F975B-A462-4C8C-8FB0-C9DD8F9274E7}"/>
                                            </p:graphic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
                                            <p:graphicEl>
                                              <a:dgm id="{1AEFF6D4-1144-4671-AD92-0210441C83A5}"/>
                                            </p:graphicEl>
                                          </p:spTgt>
                                        </p:tgtEl>
                                        <p:attrNameLst>
                                          <p:attrName>style.visibility</p:attrName>
                                        </p:attrNameLst>
                                      </p:cBhvr>
                                      <p:to>
                                        <p:strVal val="visible"/>
                                      </p:to>
                                    </p:set>
                                    <p:animEffect transition="in" filter="fade">
                                      <p:cBhvr>
                                        <p:cTn id="102" dur="2000"/>
                                        <p:tgtEl>
                                          <p:spTgt spid="4">
                                            <p:graphicEl>
                                              <a:dgm id="{1AEFF6D4-1144-4671-AD92-0210441C83A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descr="fanu.jpg"/>
          <p:cNvPicPr>
            <a:picLocks noGrp="1" noChangeAspect="1"/>
          </p:cNvPicPr>
          <p:nvPr>
            <p:ph idx="1"/>
          </p:nvPr>
        </p:nvPicPr>
        <p:blipFill>
          <a:blip r:embed="rId2">
            <a:lum bright="-20000" contrast="-10000"/>
          </a:blip>
          <a:stretch>
            <a:fillRect/>
          </a:stretch>
        </p:blipFill>
        <p:spPr>
          <a:xfrm>
            <a:off x="1357290" y="1571612"/>
            <a:ext cx="6426237" cy="4286250"/>
          </a:xfrm>
        </p:spPr>
      </p:pic>
      <p:sp>
        <p:nvSpPr>
          <p:cNvPr id="21506" name="标题 1"/>
          <p:cNvSpPr>
            <a:spLocks noGrp="1"/>
          </p:cNvSpPr>
          <p:nvPr>
            <p:ph type="title"/>
          </p:nvPr>
        </p:nvSpPr>
        <p:spPr/>
        <p:txBody>
          <a:bodyPr/>
          <a:lstStyle/>
          <a:p>
            <a:pPr fontAlgn="auto">
              <a:spcAft>
                <a:spcPts val="0"/>
              </a:spcAft>
              <a:defRPr/>
            </a:pPr>
            <a:r>
              <a:rPr lang="zh-CN" altLang="en-US" dirty="0" smtClean="0"/>
              <a:t>四十七个过程</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fontAlgn="auto">
              <a:spcAft>
                <a:spcPts val="0"/>
              </a:spcAft>
              <a:defRPr/>
            </a:pPr>
            <a:endParaRPr lang="zh-CN" altLang="en-US" dirty="0" smtClean="0"/>
          </a:p>
        </p:txBody>
      </p:sp>
      <p:pic>
        <p:nvPicPr>
          <p:cNvPr id="5" name="内容占位符 4" descr="项目管理-new.JPG"/>
          <p:cNvPicPr>
            <a:picLocks noGrp="1" noChangeAspect="1"/>
          </p:cNvPicPr>
          <p:nvPr>
            <p:ph idx="1"/>
          </p:nvPr>
        </p:nvPicPr>
        <p:blipFill>
          <a:blip r:embed="rId2"/>
          <a:stretch>
            <a:fillRect/>
          </a:stretch>
        </p:blipFill>
        <p:spPr>
          <a:xfrm>
            <a:off x="857224" y="500042"/>
            <a:ext cx="7643866" cy="5713518"/>
          </a:xfrm>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7106" name="标题 1"/>
          <p:cNvSpPr>
            <a:spLocks noGrp="1"/>
          </p:cNvSpPr>
          <p:nvPr>
            <p:ph type="title"/>
          </p:nvPr>
        </p:nvSpPr>
        <p:spPr/>
        <p:txBody>
          <a:bodyPr/>
          <a:lstStyle/>
          <a:p>
            <a:pPr fontAlgn="auto">
              <a:spcAft>
                <a:spcPts val="0"/>
              </a:spcAft>
              <a:defRPr/>
            </a:pPr>
            <a:r>
              <a:rPr lang="zh-CN" altLang="en-US" smtClean="0"/>
              <a:t>项目管理的重点关注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8C8A631D-16DD-4F0C-8A08-AE613C271998}"/>
                                            </p:graphicEl>
                                          </p:spTgt>
                                        </p:tgtEl>
                                        <p:attrNameLst>
                                          <p:attrName>style.visibility</p:attrName>
                                        </p:attrNameLst>
                                      </p:cBhvr>
                                      <p:to>
                                        <p:strVal val="visible"/>
                                      </p:to>
                                    </p:set>
                                    <p:anim calcmode="lin" valueType="num">
                                      <p:cBhvr additive="base">
                                        <p:cTn id="7" dur="500" fill="hold"/>
                                        <p:tgtEl>
                                          <p:spTgt spid="4">
                                            <p:graphicEl>
                                              <a:dgm id="{8C8A631D-16DD-4F0C-8A08-AE613C27199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8C8A631D-16DD-4F0C-8A08-AE613C27199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5C2789E8-2A53-4843-B830-97CF251A3119}"/>
                                            </p:graphicEl>
                                          </p:spTgt>
                                        </p:tgtEl>
                                        <p:attrNameLst>
                                          <p:attrName>style.visibility</p:attrName>
                                        </p:attrNameLst>
                                      </p:cBhvr>
                                      <p:to>
                                        <p:strVal val="visible"/>
                                      </p:to>
                                    </p:set>
                                    <p:anim calcmode="lin" valueType="num">
                                      <p:cBhvr additive="base">
                                        <p:cTn id="13" dur="500" fill="hold"/>
                                        <p:tgtEl>
                                          <p:spTgt spid="4">
                                            <p:graphicEl>
                                              <a:dgm id="{5C2789E8-2A53-4843-B830-97CF251A311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5C2789E8-2A53-4843-B830-97CF251A3119}"/>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6D79D1E9-841D-4301-9EA5-18C209B46574}"/>
                                            </p:graphicEl>
                                          </p:spTgt>
                                        </p:tgtEl>
                                        <p:attrNameLst>
                                          <p:attrName>style.visibility</p:attrName>
                                        </p:attrNameLst>
                                      </p:cBhvr>
                                      <p:to>
                                        <p:strVal val="visible"/>
                                      </p:to>
                                    </p:set>
                                    <p:anim calcmode="lin" valueType="num">
                                      <p:cBhvr additive="base">
                                        <p:cTn id="19" dur="500" fill="hold"/>
                                        <p:tgtEl>
                                          <p:spTgt spid="4">
                                            <p:graphicEl>
                                              <a:dgm id="{6D79D1E9-841D-4301-9EA5-18C209B46574}"/>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6D79D1E9-841D-4301-9EA5-18C209B46574}"/>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028BB100-E65D-46B5-87A5-0872499F1759}"/>
                                            </p:graphicEl>
                                          </p:spTgt>
                                        </p:tgtEl>
                                        <p:attrNameLst>
                                          <p:attrName>style.visibility</p:attrName>
                                        </p:attrNameLst>
                                      </p:cBhvr>
                                      <p:to>
                                        <p:strVal val="visible"/>
                                      </p:to>
                                    </p:set>
                                    <p:anim calcmode="lin" valueType="num">
                                      <p:cBhvr additive="base">
                                        <p:cTn id="25" dur="500" fill="hold"/>
                                        <p:tgtEl>
                                          <p:spTgt spid="4">
                                            <p:graphicEl>
                                              <a:dgm id="{028BB100-E65D-46B5-87A5-0872499F1759}"/>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028BB100-E65D-46B5-87A5-0872499F1759}"/>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AB4E6019-CBEF-415C-B9F7-9B3D8EEC2C70}"/>
                                            </p:graphicEl>
                                          </p:spTgt>
                                        </p:tgtEl>
                                        <p:attrNameLst>
                                          <p:attrName>style.visibility</p:attrName>
                                        </p:attrNameLst>
                                      </p:cBhvr>
                                      <p:to>
                                        <p:strVal val="visible"/>
                                      </p:to>
                                    </p:set>
                                    <p:anim calcmode="lin" valueType="num">
                                      <p:cBhvr additive="base">
                                        <p:cTn id="31" dur="500" fill="hold"/>
                                        <p:tgtEl>
                                          <p:spTgt spid="4">
                                            <p:graphicEl>
                                              <a:dgm id="{AB4E6019-CBEF-415C-B9F7-9B3D8EEC2C70}"/>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AB4E6019-CBEF-415C-B9F7-9B3D8EEC2C70}"/>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5392939D-6812-45B3-9BAF-592756BC0E41}"/>
                                            </p:graphicEl>
                                          </p:spTgt>
                                        </p:tgtEl>
                                        <p:attrNameLst>
                                          <p:attrName>style.visibility</p:attrName>
                                        </p:attrNameLst>
                                      </p:cBhvr>
                                      <p:to>
                                        <p:strVal val="visible"/>
                                      </p:to>
                                    </p:set>
                                    <p:anim calcmode="lin" valueType="num">
                                      <p:cBhvr additive="base">
                                        <p:cTn id="37" dur="500" fill="hold"/>
                                        <p:tgtEl>
                                          <p:spTgt spid="4">
                                            <p:graphicEl>
                                              <a:dgm id="{5392939D-6812-45B3-9BAF-592756BC0E4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5392939D-6812-45B3-9BAF-592756BC0E4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p:cNvSpPr>
            <a:spLocks noGrp="1"/>
          </p:cNvSpPr>
          <p:nvPr>
            <p:ph idx="1"/>
          </p:nvPr>
        </p:nvSpPr>
        <p:spPr/>
        <p:txBody>
          <a:bodyPr/>
          <a:lstStyle/>
          <a:p>
            <a:endParaRPr lang="zh-CN" altLang="en-US" sz="2400" dirty="0" smtClean="0"/>
          </a:p>
        </p:txBody>
      </p:sp>
      <p:sp>
        <p:nvSpPr>
          <p:cNvPr id="48130" name="标题 1"/>
          <p:cNvSpPr>
            <a:spLocks noGrp="1"/>
          </p:cNvSpPr>
          <p:nvPr>
            <p:ph type="title"/>
          </p:nvPr>
        </p:nvSpPr>
        <p:spPr/>
        <p:txBody>
          <a:bodyPr/>
          <a:lstStyle/>
          <a:p>
            <a:pPr fontAlgn="auto">
              <a:spcAft>
                <a:spcPts val="0"/>
              </a:spcAft>
              <a:defRPr/>
            </a:pPr>
            <a:r>
              <a:rPr lang="zh-CN" altLang="en-US" dirty="0" smtClean="0"/>
              <a:t>一起来解答项目管理问题</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标题 2"/>
          <p:cNvSpPr>
            <a:spLocks noGrp="1"/>
          </p:cNvSpPr>
          <p:nvPr>
            <p:ph type="title"/>
          </p:nvPr>
        </p:nvSpPr>
        <p:spPr/>
        <p:txBody>
          <a:bodyPr/>
          <a:lstStyle/>
          <a:p>
            <a:r>
              <a:rPr lang="zh-CN" altLang="en-US" dirty="0" smtClean="0"/>
              <a:t>我们身边存在哪些项目？</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graphicEl>
                                              <a:dgm id="{75DB3692-EEC7-4B8E-9ADD-4377338C2EAB}"/>
                                            </p:graphicEl>
                                          </p:spTgt>
                                        </p:tgtEl>
                                        <p:attrNameLst>
                                          <p:attrName>style.visibility</p:attrName>
                                        </p:attrNameLst>
                                      </p:cBhvr>
                                      <p:to>
                                        <p:strVal val="visible"/>
                                      </p:to>
                                    </p:set>
                                    <p:animEffect transition="in" filter="wipe(down)">
                                      <p:cBhvr>
                                        <p:cTn id="7" dur="500"/>
                                        <p:tgtEl>
                                          <p:spTgt spid="4">
                                            <p:graphicEl>
                                              <a:dgm id="{75DB3692-EEC7-4B8E-9ADD-4377338C2EAB}"/>
                                            </p:graphic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graphicEl>
                                              <a:dgm id="{1D6EDE60-8F3C-4AF0-BC3E-A9F6707780B7}"/>
                                            </p:graphicEl>
                                          </p:spTgt>
                                        </p:tgtEl>
                                        <p:attrNameLst>
                                          <p:attrName>style.visibility</p:attrName>
                                        </p:attrNameLst>
                                      </p:cBhvr>
                                      <p:to>
                                        <p:strVal val="visible"/>
                                      </p:to>
                                    </p:set>
                                    <p:animEffect transition="in" filter="wipe(down)">
                                      <p:cBhvr>
                                        <p:cTn id="10" dur="500"/>
                                        <p:tgtEl>
                                          <p:spTgt spid="4">
                                            <p:graphicEl>
                                              <a:dgm id="{1D6EDE60-8F3C-4AF0-BC3E-A9F6707780B7}"/>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
                                            <p:graphicEl>
                                              <a:dgm id="{DDA3CED4-0AC9-4C81-B24B-45ADBA3A5FAA}"/>
                                            </p:graphicEl>
                                          </p:spTgt>
                                        </p:tgtEl>
                                        <p:attrNameLst>
                                          <p:attrName>style.visibility</p:attrName>
                                        </p:attrNameLst>
                                      </p:cBhvr>
                                      <p:to>
                                        <p:strVal val="visible"/>
                                      </p:to>
                                    </p:set>
                                    <p:animEffect transition="in" filter="wipe(down)">
                                      <p:cBhvr>
                                        <p:cTn id="15" dur="500"/>
                                        <p:tgtEl>
                                          <p:spTgt spid="4">
                                            <p:graphicEl>
                                              <a:dgm id="{DDA3CED4-0AC9-4C81-B24B-45ADBA3A5FAA}"/>
                                            </p:graphic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
                                            <p:graphicEl>
                                              <a:dgm id="{5225C3C8-0C1D-4B3E-B3B8-9C5E251B458C}"/>
                                            </p:graphicEl>
                                          </p:spTgt>
                                        </p:tgtEl>
                                        <p:attrNameLst>
                                          <p:attrName>style.visibility</p:attrName>
                                        </p:attrNameLst>
                                      </p:cBhvr>
                                      <p:to>
                                        <p:strVal val="visible"/>
                                      </p:to>
                                    </p:set>
                                    <p:animEffect transition="in" filter="wipe(down)">
                                      <p:cBhvr>
                                        <p:cTn id="18" dur="500"/>
                                        <p:tgtEl>
                                          <p:spTgt spid="4">
                                            <p:graphicEl>
                                              <a:dgm id="{5225C3C8-0C1D-4B3E-B3B8-9C5E251B458C}"/>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
                                            <p:graphicEl>
                                              <a:dgm id="{9B2D7C8C-889C-435E-B9CA-A0DAC337C706}"/>
                                            </p:graphicEl>
                                          </p:spTgt>
                                        </p:tgtEl>
                                        <p:attrNameLst>
                                          <p:attrName>style.visibility</p:attrName>
                                        </p:attrNameLst>
                                      </p:cBhvr>
                                      <p:to>
                                        <p:strVal val="visible"/>
                                      </p:to>
                                    </p:set>
                                    <p:animEffect transition="in" filter="wipe(down)">
                                      <p:cBhvr>
                                        <p:cTn id="23" dur="500"/>
                                        <p:tgtEl>
                                          <p:spTgt spid="4">
                                            <p:graphicEl>
                                              <a:dgm id="{9B2D7C8C-889C-435E-B9CA-A0DAC337C706}"/>
                                            </p:graphic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
                                            <p:graphicEl>
                                              <a:dgm id="{E66AB92C-0092-4833-A167-6592C6926E1A}"/>
                                            </p:graphicEl>
                                          </p:spTgt>
                                        </p:tgtEl>
                                        <p:attrNameLst>
                                          <p:attrName>style.visibility</p:attrName>
                                        </p:attrNameLst>
                                      </p:cBhvr>
                                      <p:to>
                                        <p:strVal val="visible"/>
                                      </p:to>
                                    </p:set>
                                    <p:animEffect transition="in" filter="wipe(down)">
                                      <p:cBhvr>
                                        <p:cTn id="26" dur="500"/>
                                        <p:tgtEl>
                                          <p:spTgt spid="4">
                                            <p:graphicEl>
                                              <a:dgm id="{E66AB92C-0092-4833-A167-6592C6926E1A}"/>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4">
                                            <p:graphicEl>
                                              <a:dgm id="{E35A9CA0-2A94-4078-9874-C3D3EA57C87A}"/>
                                            </p:graphicEl>
                                          </p:spTgt>
                                        </p:tgtEl>
                                        <p:attrNameLst>
                                          <p:attrName>style.visibility</p:attrName>
                                        </p:attrNameLst>
                                      </p:cBhvr>
                                      <p:to>
                                        <p:strVal val="visible"/>
                                      </p:to>
                                    </p:set>
                                    <p:animEffect transition="in" filter="wipe(down)">
                                      <p:cBhvr>
                                        <p:cTn id="31" dur="500"/>
                                        <p:tgtEl>
                                          <p:spTgt spid="4">
                                            <p:graphicEl>
                                              <a:dgm id="{E35A9CA0-2A94-4078-9874-C3D3EA57C87A}"/>
                                            </p:graphic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
                                            <p:graphicEl>
                                              <a:dgm id="{C9C9C2F2-7A59-4C5A-B3C0-27A409E77A7F}"/>
                                            </p:graphicEl>
                                          </p:spTgt>
                                        </p:tgtEl>
                                        <p:attrNameLst>
                                          <p:attrName>style.visibility</p:attrName>
                                        </p:attrNameLst>
                                      </p:cBhvr>
                                      <p:to>
                                        <p:strVal val="visible"/>
                                      </p:to>
                                    </p:set>
                                    <p:animEffect transition="in" filter="wipe(down)">
                                      <p:cBhvr>
                                        <p:cTn id="34" dur="500"/>
                                        <p:tgtEl>
                                          <p:spTgt spid="4">
                                            <p:graphicEl>
                                              <a:dgm id="{C9C9C2F2-7A59-4C5A-B3C0-27A409E77A7F}"/>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4">
                                            <p:graphicEl>
                                              <a:dgm id="{62A5C596-97B8-4860-8C2B-3DDD2CB73225}"/>
                                            </p:graphicEl>
                                          </p:spTgt>
                                        </p:tgtEl>
                                        <p:attrNameLst>
                                          <p:attrName>style.visibility</p:attrName>
                                        </p:attrNameLst>
                                      </p:cBhvr>
                                      <p:to>
                                        <p:strVal val="visible"/>
                                      </p:to>
                                    </p:set>
                                    <p:animEffect transition="in" filter="wipe(down)">
                                      <p:cBhvr>
                                        <p:cTn id="39" dur="500"/>
                                        <p:tgtEl>
                                          <p:spTgt spid="4">
                                            <p:graphicEl>
                                              <a:dgm id="{62A5C596-97B8-4860-8C2B-3DDD2CB73225}"/>
                                            </p:graphic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4">
                                            <p:graphicEl>
                                              <a:dgm id="{6EE2FB01-AA29-431D-A846-E558BB35CE4F}"/>
                                            </p:graphicEl>
                                          </p:spTgt>
                                        </p:tgtEl>
                                        <p:attrNameLst>
                                          <p:attrName>style.visibility</p:attrName>
                                        </p:attrNameLst>
                                      </p:cBhvr>
                                      <p:to>
                                        <p:strVal val="visible"/>
                                      </p:to>
                                    </p:set>
                                    <p:animEffect transition="in" filter="wipe(down)">
                                      <p:cBhvr>
                                        <p:cTn id="42" dur="500"/>
                                        <p:tgtEl>
                                          <p:spTgt spid="4">
                                            <p:graphicEl>
                                              <a:dgm id="{6EE2FB01-AA29-431D-A846-E558BB35CE4F}"/>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
                                            <p:graphicEl>
                                              <a:dgm id="{FC8550AF-A7F1-47E0-A869-AEC79AB9F4B2}"/>
                                            </p:graphicEl>
                                          </p:spTgt>
                                        </p:tgtEl>
                                        <p:attrNameLst>
                                          <p:attrName>style.visibility</p:attrName>
                                        </p:attrNameLst>
                                      </p:cBhvr>
                                      <p:to>
                                        <p:strVal val="visible"/>
                                      </p:to>
                                    </p:set>
                                    <p:animEffect transition="in" filter="wipe(down)">
                                      <p:cBhvr>
                                        <p:cTn id="47" dur="500"/>
                                        <p:tgtEl>
                                          <p:spTgt spid="4">
                                            <p:graphicEl>
                                              <a:dgm id="{FC8550AF-A7F1-47E0-A869-AEC79AB9F4B2}"/>
                                            </p:graphicEl>
                                          </p:spTgt>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4">
                                            <p:graphicEl>
                                              <a:dgm id="{59B47476-3CF3-4B88-A185-404147CA2ED8}"/>
                                            </p:graphicEl>
                                          </p:spTgt>
                                        </p:tgtEl>
                                        <p:attrNameLst>
                                          <p:attrName>style.visibility</p:attrName>
                                        </p:attrNameLst>
                                      </p:cBhvr>
                                      <p:to>
                                        <p:strVal val="visible"/>
                                      </p:to>
                                    </p:set>
                                    <p:animEffect transition="in" filter="wipe(down)">
                                      <p:cBhvr>
                                        <p:cTn id="50" dur="500"/>
                                        <p:tgtEl>
                                          <p:spTgt spid="4">
                                            <p:graphicEl>
                                              <a:dgm id="{59B47476-3CF3-4B88-A185-404147CA2ED8}"/>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4">
                                            <p:graphicEl>
                                              <a:dgm id="{57AFDE88-BCC1-4B54-9914-758C321F6B86}"/>
                                            </p:graphicEl>
                                          </p:spTgt>
                                        </p:tgtEl>
                                        <p:attrNameLst>
                                          <p:attrName>style.visibility</p:attrName>
                                        </p:attrNameLst>
                                      </p:cBhvr>
                                      <p:to>
                                        <p:strVal val="visible"/>
                                      </p:to>
                                    </p:set>
                                    <p:animEffect transition="in" filter="wipe(down)">
                                      <p:cBhvr>
                                        <p:cTn id="55" dur="500"/>
                                        <p:tgtEl>
                                          <p:spTgt spid="4">
                                            <p:graphicEl>
                                              <a:dgm id="{57AFDE88-BCC1-4B54-9914-758C321F6B86}"/>
                                            </p:graphicEl>
                                          </p:spTgt>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4">
                                            <p:graphicEl>
                                              <a:dgm id="{BF653B0F-4F4E-4533-B51F-3E7D8DE85297}"/>
                                            </p:graphicEl>
                                          </p:spTgt>
                                        </p:tgtEl>
                                        <p:attrNameLst>
                                          <p:attrName>style.visibility</p:attrName>
                                        </p:attrNameLst>
                                      </p:cBhvr>
                                      <p:to>
                                        <p:strVal val="visible"/>
                                      </p:to>
                                    </p:set>
                                    <p:animEffect transition="in" filter="wipe(down)">
                                      <p:cBhvr>
                                        <p:cTn id="58" dur="500"/>
                                        <p:tgtEl>
                                          <p:spTgt spid="4">
                                            <p:graphicEl>
                                              <a:dgm id="{BF653B0F-4F4E-4533-B51F-3E7D8DE85297}"/>
                                            </p:graphic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4">
                                            <p:graphicEl>
                                              <a:dgm id="{9F56823A-168D-4896-89E2-4AE2D79004B8}"/>
                                            </p:graphicEl>
                                          </p:spTgt>
                                        </p:tgtEl>
                                        <p:attrNameLst>
                                          <p:attrName>style.visibility</p:attrName>
                                        </p:attrNameLst>
                                      </p:cBhvr>
                                      <p:to>
                                        <p:strVal val="visible"/>
                                      </p:to>
                                    </p:set>
                                    <p:animEffect transition="in" filter="wipe(down)">
                                      <p:cBhvr>
                                        <p:cTn id="63" dur="500"/>
                                        <p:tgtEl>
                                          <p:spTgt spid="4">
                                            <p:graphicEl>
                                              <a:dgm id="{9F56823A-168D-4896-89E2-4AE2D79004B8}"/>
                                            </p:graphicEl>
                                          </p:spTgt>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
                                            <p:graphicEl>
                                              <a:dgm id="{35210D93-3A0B-4A1C-B747-F77FC5F8A651}"/>
                                            </p:graphicEl>
                                          </p:spTgt>
                                        </p:tgtEl>
                                        <p:attrNameLst>
                                          <p:attrName>style.visibility</p:attrName>
                                        </p:attrNameLst>
                                      </p:cBhvr>
                                      <p:to>
                                        <p:strVal val="visible"/>
                                      </p:to>
                                    </p:set>
                                    <p:animEffect transition="in" filter="wipe(down)">
                                      <p:cBhvr>
                                        <p:cTn id="66" dur="500"/>
                                        <p:tgtEl>
                                          <p:spTgt spid="4">
                                            <p:graphicEl>
                                              <a:dgm id="{35210D93-3A0B-4A1C-B747-F77FC5F8A651}"/>
                                            </p:graphic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4">
                                            <p:graphicEl>
                                              <a:dgm id="{D789DF5A-B6C6-41E1-ABAF-998991345BA7}"/>
                                            </p:graphicEl>
                                          </p:spTgt>
                                        </p:tgtEl>
                                        <p:attrNameLst>
                                          <p:attrName>style.visibility</p:attrName>
                                        </p:attrNameLst>
                                      </p:cBhvr>
                                      <p:to>
                                        <p:strVal val="visible"/>
                                      </p:to>
                                    </p:set>
                                    <p:animEffect transition="in" filter="wipe(down)">
                                      <p:cBhvr>
                                        <p:cTn id="71" dur="500"/>
                                        <p:tgtEl>
                                          <p:spTgt spid="4">
                                            <p:graphicEl>
                                              <a:dgm id="{D789DF5A-B6C6-41E1-ABAF-998991345BA7}"/>
                                            </p:graphicEl>
                                          </p:spTgt>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4">
                                            <p:graphicEl>
                                              <a:dgm id="{C96DE89C-D865-4B9E-8BED-6829C9D46242}"/>
                                            </p:graphicEl>
                                          </p:spTgt>
                                        </p:tgtEl>
                                        <p:attrNameLst>
                                          <p:attrName>style.visibility</p:attrName>
                                        </p:attrNameLst>
                                      </p:cBhvr>
                                      <p:to>
                                        <p:strVal val="visible"/>
                                      </p:to>
                                    </p:set>
                                    <p:animEffect transition="in" filter="wipe(down)">
                                      <p:cBhvr>
                                        <p:cTn id="74" dur="500"/>
                                        <p:tgtEl>
                                          <p:spTgt spid="4">
                                            <p:graphicEl>
                                              <a:dgm id="{C96DE89C-D865-4B9E-8BED-6829C9D4624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标题 2"/>
          <p:cNvSpPr>
            <a:spLocks noGrp="1"/>
          </p:cNvSpPr>
          <p:nvPr>
            <p:ph type="title"/>
          </p:nvPr>
        </p:nvSpPr>
        <p:spPr/>
        <p:txBody>
          <a:bodyPr/>
          <a:lstStyle/>
          <a:p>
            <a:r>
              <a:rPr lang="zh-CN" altLang="en-US" dirty="0" smtClean="0"/>
              <a:t>你如何完成这两个项目？</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9154" name="标题 1"/>
          <p:cNvSpPr>
            <a:spLocks noGrp="1"/>
          </p:cNvSpPr>
          <p:nvPr>
            <p:ph type="title"/>
          </p:nvPr>
        </p:nvSpPr>
        <p:spPr/>
        <p:txBody>
          <a:bodyPr/>
          <a:lstStyle/>
          <a:p>
            <a:pPr fontAlgn="auto">
              <a:spcAft>
                <a:spcPts val="0"/>
              </a:spcAft>
              <a:defRPr/>
            </a:pPr>
            <a:r>
              <a:rPr lang="zh-CN" altLang="en-US" dirty="0" smtClean="0"/>
              <a:t>项目经理需具备条件</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p:nvPr>
        </p:nvSpPr>
        <p:spPr/>
        <p:txBody>
          <a:bodyPr/>
          <a:lstStyle/>
          <a:p>
            <a:r>
              <a:rPr lang="zh-CN" sz="1800" smtClean="0"/>
              <a:t>积极主动的能力</a:t>
            </a:r>
          </a:p>
          <a:p>
            <a:r>
              <a:rPr lang="zh-CN" sz="1800" smtClean="0"/>
              <a:t>获取有效信息的能力</a:t>
            </a:r>
          </a:p>
          <a:p>
            <a:r>
              <a:rPr lang="en-US" altLang="zh-CN" sz="1800" smtClean="0"/>
              <a:t>WBS</a:t>
            </a:r>
            <a:r>
              <a:rPr lang="zh-CN" sz="1800" smtClean="0"/>
              <a:t>创建能力（</a:t>
            </a:r>
            <a:r>
              <a:rPr lang="en-US" altLang="zh-CN" sz="1800" smtClean="0"/>
              <a:t>100%</a:t>
            </a:r>
            <a:r>
              <a:rPr lang="zh-CN" sz="1800" smtClean="0"/>
              <a:t>原则）</a:t>
            </a:r>
          </a:p>
          <a:p>
            <a:r>
              <a:rPr lang="zh-CN" sz="1800" smtClean="0"/>
              <a:t>项目估算的能力</a:t>
            </a:r>
          </a:p>
          <a:p>
            <a:r>
              <a:rPr lang="zh-CN" sz="1800" smtClean="0"/>
              <a:t>获取资源的能力</a:t>
            </a:r>
          </a:p>
          <a:p>
            <a:r>
              <a:rPr lang="zh-CN" sz="1800" smtClean="0"/>
              <a:t>风险分析的能力</a:t>
            </a:r>
          </a:p>
          <a:p>
            <a:r>
              <a:rPr lang="zh-CN" sz="1800" smtClean="0"/>
              <a:t>计划整合的能力</a:t>
            </a:r>
          </a:p>
          <a:p>
            <a:r>
              <a:rPr lang="zh-CN" sz="1800" smtClean="0"/>
              <a:t>监督指导能力</a:t>
            </a:r>
          </a:p>
          <a:p>
            <a:r>
              <a:rPr lang="zh-CN" sz="1800" smtClean="0"/>
              <a:t>偏差纠正的能力</a:t>
            </a:r>
          </a:p>
          <a:p>
            <a:r>
              <a:rPr lang="zh-CN" sz="1800" smtClean="0"/>
              <a:t>变更控制能力（真的需要吗？为什么需要？其中数据的意义是什么？）</a:t>
            </a:r>
          </a:p>
          <a:p>
            <a:r>
              <a:rPr lang="zh-CN" sz="1800" smtClean="0"/>
              <a:t>团队管理能力</a:t>
            </a:r>
          </a:p>
          <a:p>
            <a:r>
              <a:rPr lang="zh-CN" sz="1800" smtClean="0"/>
              <a:t>信息管理能力</a:t>
            </a:r>
          </a:p>
          <a:p>
            <a:r>
              <a:rPr lang="zh-CN" sz="1800" smtClean="0"/>
              <a:t>项目总结提升能力</a:t>
            </a:r>
          </a:p>
          <a:p>
            <a:endParaRPr lang="zh-CN" altLang="en-US" sz="1800" smtClean="0"/>
          </a:p>
        </p:txBody>
      </p:sp>
      <p:sp>
        <p:nvSpPr>
          <p:cNvPr id="50178" name="标题 1"/>
          <p:cNvSpPr>
            <a:spLocks noGrp="1"/>
          </p:cNvSpPr>
          <p:nvPr>
            <p:ph type="title"/>
          </p:nvPr>
        </p:nvSpPr>
        <p:spPr/>
        <p:txBody>
          <a:bodyPr/>
          <a:lstStyle/>
          <a:p>
            <a:pPr fontAlgn="auto">
              <a:spcAft>
                <a:spcPts val="0"/>
              </a:spcAft>
              <a:defRPr/>
            </a:pPr>
            <a:r>
              <a:rPr lang="zh-CN" altLang="en-US" dirty="0" smtClean="0"/>
              <a:t>优秀项目经理的能力</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nvPr>
        </p:nvGraphicFramePr>
        <p:xfrm>
          <a:off x="1285852" y="1357298"/>
          <a:ext cx="6838968" cy="48577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2226" name="标题 1"/>
          <p:cNvSpPr>
            <a:spLocks noGrp="1"/>
          </p:cNvSpPr>
          <p:nvPr>
            <p:ph type="title"/>
          </p:nvPr>
        </p:nvSpPr>
        <p:spPr/>
        <p:txBody>
          <a:bodyPr/>
          <a:lstStyle/>
          <a:p>
            <a:pPr fontAlgn="auto">
              <a:spcAft>
                <a:spcPts val="0"/>
              </a:spcAft>
              <a:defRPr/>
            </a:pPr>
            <a:r>
              <a:rPr lang="zh-CN" altLang="en-US" dirty="0" smtClean="0"/>
              <a:t>应该拥有的心态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59F5F527-F7FE-4912-9AF9-A4E6B186E0FA}"/>
                                            </p:graphicEl>
                                          </p:spTgt>
                                        </p:tgtEl>
                                        <p:attrNameLst>
                                          <p:attrName>style.visibility</p:attrName>
                                        </p:attrNameLst>
                                      </p:cBhvr>
                                      <p:to>
                                        <p:strVal val="visible"/>
                                      </p:to>
                                    </p:set>
                                    <p:anim calcmode="lin" valueType="num">
                                      <p:cBhvr additive="base">
                                        <p:cTn id="7" dur="500" fill="hold"/>
                                        <p:tgtEl>
                                          <p:spTgt spid="5">
                                            <p:graphicEl>
                                              <a:dgm id="{59F5F527-F7FE-4912-9AF9-A4E6B186E0F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59F5F527-F7FE-4912-9AF9-A4E6B186E0F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977C1779-B0B1-4D51-81C7-9F534CCEA293}"/>
                                            </p:graphicEl>
                                          </p:spTgt>
                                        </p:tgtEl>
                                        <p:attrNameLst>
                                          <p:attrName>style.visibility</p:attrName>
                                        </p:attrNameLst>
                                      </p:cBhvr>
                                      <p:to>
                                        <p:strVal val="visible"/>
                                      </p:to>
                                    </p:set>
                                    <p:anim calcmode="lin" valueType="num">
                                      <p:cBhvr additive="base">
                                        <p:cTn id="13" dur="500" fill="hold"/>
                                        <p:tgtEl>
                                          <p:spTgt spid="5">
                                            <p:graphicEl>
                                              <a:dgm id="{977C1779-B0B1-4D51-81C7-9F534CCEA29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977C1779-B0B1-4D51-81C7-9F534CCEA293}"/>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graphicEl>
                                              <a:dgm id="{D1D226C3-9227-4A74-AD83-6B2753B131EC}"/>
                                            </p:graphicEl>
                                          </p:spTgt>
                                        </p:tgtEl>
                                        <p:attrNameLst>
                                          <p:attrName>style.visibility</p:attrName>
                                        </p:attrNameLst>
                                      </p:cBhvr>
                                      <p:to>
                                        <p:strVal val="visible"/>
                                      </p:to>
                                    </p:set>
                                    <p:anim calcmode="lin" valueType="num">
                                      <p:cBhvr additive="base">
                                        <p:cTn id="19" dur="500" fill="hold"/>
                                        <p:tgtEl>
                                          <p:spTgt spid="5">
                                            <p:graphicEl>
                                              <a:dgm id="{D1D226C3-9227-4A74-AD83-6B2753B131EC}"/>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graphicEl>
                                              <a:dgm id="{D1D226C3-9227-4A74-AD83-6B2753B131EC}"/>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graphicEl>
                                              <a:dgm id="{E919C000-492A-4F33-80D7-A30C189CC9A4}"/>
                                            </p:graphicEl>
                                          </p:spTgt>
                                        </p:tgtEl>
                                        <p:attrNameLst>
                                          <p:attrName>style.visibility</p:attrName>
                                        </p:attrNameLst>
                                      </p:cBhvr>
                                      <p:to>
                                        <p:strVal val="visible"/>
                                      </p:to>
                                    </p:set>
                                    <p:anim calcmode="lin" valueType="num">
                                      <p:cBhvr additive="base">
                                        <p:cTn id="25" dur="500" fill="hold"/>
                                        <p:tgtEl>
                                          <p:spTgt spid="5">
                                            <p:graphicEl>
                                              <a:dgm id="{E919C000-492A-4F33-80D7-A30C189CC9A4}"/>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graphicEl>
                                              <a:dgm id="{E919C000-492A-4F33-80D7-A30C189CC9A4}"/>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graphicEl>
                                              <a:dgm id="{233A8E51-3FFC-4934-BDE6-E1DEBB52449E}"/>
                                            </p:graphicEl>
                                          </p:spTgt>
                                        </p:tgtEl>
                                        <p:attrNameLst>
                                          <p:attrName>style.visibility</p:attrName>
                                        </p:attrNameLst>
                                      </p:cBhvr>
                                      <p:to>
                                        <p:strVal val="visible"/>
                                      </p:to>
                                    </p:set>
                                    <p:anim calcmode="lin" valueType="num">
                                      <p:cBhvr additive="base">
                                        <p:cTn id="31" dur="500" fill="hold"/>
                                        <p:tgtEl>
                                          <p:spTgt spid="5">
                                            <p:graphicEl>
                                              <a:dgm id="{233A8E51-3FFC-4934-BDE6-E1DEBB52449E}"/>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graphicEl>
                                              <a:dgm id="{233A8E51-3FFC-4934-BDE6-E1DEBB52449E}"/>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graphicEl>
                                              <a:dgm id="{E7E9847F-DF98-4D99-A94B-494A96354C38}"/>
                                            </p:graphicEl>
                                          </p:spTgt>
                                        </p:tgtEl>
                                        <p:attrNameLst>
                                          <p:attrName>style.visibility</p:attrName>
                                        </p:attrNameLst>
                                      </p:cBhvr>
                                      <p:to>
                                        <p:strVal val="visible"/>
                                      </p:to>
                                    </p:set>
                                    <p:anim calcmode="lin" valueType="num">
                                      <p:cBhvr additive="base">
                                        <p:cTn id="37" dur="500" fill="hold"/>
                                        <p:tgtEl>
                                          <p:spTgt spid="5">
                                            <p:graphicEl>
                                              <a:dgm id="{E7E9847F-DF98-4D99-A94B-494A96354C3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graphicEl>
                                              <a:dgm id="{E7E9847F-DF98-4D99-A94B-494A96354C38}"/>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graphicEl>
                                              <a:dgm id="{59E9613B-7765-4D63-82BD-8A244835C099}"/>
                                            </p:graphicEl>
                                          </p:spTgt>
                                        </p:tgtEl>
                                        <p:attrNameLst>
                                          <p:attrName>style.visibility</p:attrName>
                                        </p:attrNameLst>
                                      </p:cBhvr>
                                      <p:to>
                                        <p:strVal val="visible"/>
                                      </p:to>
                                    </p:set>
                                    <p:anim calcmode="lin" valueType="num">
                                      <p:cBhvr additive="base">
                                        <p:cTn id="43" dur="500" fill="hold"/>
                                        <p:tgtEl>
                                          <p:spTgt spid="5">
                                            <p:graphicEl>
                                              <a:dgm id="{59E9613B-7765-4D63-82BD-8A244835C099}"/>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graphicEl>
                                              <a:dgm id="{59E9613B-7765-4D63-82BD-8A244835C099}"/>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nvPr>
        </p:nvGraphicFramePr>
        <p:xfrm>
          <a:off x="457200" y="571480"/>
          <a:ext cx="8229600" cy="54356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C7A0142F-E3C9-4B69-94BC-123AD5D39792}"/>
                                            </p:graphicEl>
                                          </p:spTgt>
                                        </p:tgtEl>
                                        <p:attrNameLst>
                                          <p:attrName>style.visibility</p:attrName>
                                        </p:attrNameLst>
                                      </p:cBhvr>
                                      <p:to>
                                        <p:strVal val="visible"/>
                                      </p:to>
                                    </p:set>
                                    <p:anim calcmode="lin" valueType="num">
                                      <p:cBhvr additive="base">
                                        <p:cTn id="7" dur="500" fill="hold"/>
                                        <p:tgtEl>
                                          <p:spTgt spid="5">
                                            <p:graphicEl>
                                              <a:dgm id="{C7A0142F-E3C9-4B69-94BC-123AD5D3979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C7A0142F-E3C9-4B69-94BC-123AD5D39792}"/>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086E1093-B519-4019-AA04-196E13ACF957}"/>
                                            </p:graphicEl>
                                          </p:spTgt>
                                        </p:tgtEl>
                                        <p:attrNameLst>
                                          <p:attrName>style.visibility</p:attrName>
                                        </p:attrNameLst>
                                      </p:cBhvr>
                                      <p:to>
                                        <p:strVal val="visible"/>
                                      </p:to>
                                    </p:set>
                                    <p:anim calcmode="lin" valueType="num">
                                      <p:cBhvr additive="base">
                                        <p:cTn id="13" dur="500" fill="hold"/>
                                        <p:tgtEl>
                                          <p:spTgt spid="5">
                                            <p:graphicEl>
                                              <a:dgm id="{086E1093-B519-4019-AA04-196E13ACF957}"/>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086E1093-B519-4019-AA04-196E13ACF957}"/>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graphicEl>
                                              <a:dgm id="{BC264958-AE59-4C78-A319-1DEBC1E68457}"/>
                                            </p:graphicEl>
                                          </p:spTgt>
                                        </p:tgtEl>
                                        <p:attrNameLst>
                                          <p:attrName>style.visibility</p:attrName>
                                        </p:attrNameLst>
                                      </p:cBhvr>
                                      <p:to>
                                        <p:strVal val="visible"/>
                                      </p:to>
                                    </p:set>
                                    <p:anim calcmode="lin" valueType="num">
                                      <p:cBhvr additive="base">
                                        <p:cTn id="19" dur="500" fill="hold"/>
                                        <p:tgtEl>
                                          <p:spTgt spid="5">
                                            <p:graphicEl>
                                              <a:dgm id="{BC264958-AE59-4C78-A319-1DEBC1E68457}"/>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graphicEl>
                                              <a:dgm id="{BC264958-AE59-4C78-A319-1DEBC1E68457}"/>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graphicEl>
                                              <a:dgm id="{C749B1A8-CD49-47B0-A990-02B88F74A485}"/>
                                            </p:graphicEl>
                                          </p:spTgt>
                                        </p:tgtEl>
                                        <p:attrNameLst>
                                          <p:attrName>style.visibility</p:attrName>
                                        </p:attrNameLst>
                                      </p:cBhvr>
                                      <p:to>
                                        <p:strVal val="visible"/>
                                      </p:to>
                                    </p:set>
                                    <p:anim calcmode="lin" valueType="num">
                                      <p:cBhvr additive="base">
                                        <p:cTn id="25" dur="500" fill="hold"/>
                                        <p:tgtEl>
                                          <p:spTgt spid="5">
                                            <p:graphicEl>
                                              <a:dgm id="{C749B1A8-CD49-47B0-A990-02B88F74A485}"/>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graphicEl>
                                              <a:dgm id="{C749B1A8-CD49-47B0-A990-02B88F74A485}"/>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graphicEl>
                                              <a:dgm id="{0212FE12-92D5-4F26-9073-B72AA8B58629}"/>
                                            </p:graphicEl>
                                          </p:spTgt>
                                        </p:tgtEl>
                                        <p:attrNameLst>
                                          <p:attrName>style.visibility</p:attrName>
                                        </p:attrNameLst>
                                      </p:cBhvr>
                                      <p:to>
                                        <p:strVal val="visible"/>
                                      </p:to>
                                    </p:set>
                                    <p:anim calcmode="lin" valueType="num">
                                      <p:cBhvr additive="base">
                                        <p:cTn id="31" dur="500" fill="hold"/>
                                        <p:tgtEl>
                                          <p:spTgt spid="5">
                                            <p:graphicEl>
                                              <a:dgm id="{0212FE12-92D5-4F26-9073-B72AA8B58629}"/>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graphicEl>
                                              <a:dgm id="{0212FE12-92D5-4F26-9073-B72AA8B58629}"/>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graphicEl>
                                              <a:dgm id="{DC67BC23-7F12-40DB-A654-2428DB11710F}"/>
                                            </p:graphicEl>
                                          </p:spTgt>
                                        </p:tgtEl>
                                        <p:attrNameLst>
                                          <p:attrName>style.visibility</p:attrName>
                                        </p:attrNameLst>
                                      </p:cBhvr>
                                      <p:to>
                                        <p:strVal val="visible"/>
                                      </p:to>
                                    </p:set>
                                    <p:anim calcmode="lin" valueType="num">
                                      <p:cBhvr additive="base">
                                        <p:cTn id="37" dur="500" fill="hold"/>
                                        <p:tgtEl>
                                          <p:spTgt spid="5">
                                            <p:graphicEl>
                                              <a:dgm id="{DC67BC23-7F12-40DB-A654-2428DB11710F}"/>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graphicEl>
                                              <a:dgm id="{DC67BC23-7F12-40DB-A654-2428DB11710F}"/>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graphicEl>
                                              <a:dgm id="{F09DDBA2-E825-4676-97A7-EC3540B194FC}"/>
                                            </p:graphicEl>
                                          </p:spTgt>
                                        </p:tgtEl>
                                        <p:attrNameLst>
                                          <p:attrName>style.visibility</p:attrName>
                                        </p:attrNameLst>
                                      </p:cBhvr>
                                      <p:to>
                                        <p:strVal val="visible"/>
                                      </p:to>
                                    </p:set>
                                    <p:anim calcmode="lin" valueType="num">
                                      <p:cBhvr additive="base">
                                        <p:cTn id="43" dur="500" fill="hold"/>
                                        <p:tgtEl>
                                          <p:spTgt spid="5">
                                            <p:graphicEl>
                                              <a:dgm id="{F09DDBA2-E825-4676-97A7-EC3540B194FC}"/>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graphicEl>
                                              <a:dgm id="{F09DDBA2-E825-4676-97A7-EC3540B194FC}"/>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graphicEl>
                                              <a:dgm id="{D2E3869D-FE25-4303-BEFE-48D1D1A875B4}"/>
                                            </p:graphicEl>
                                          </p:spTgt>
                                        </p:tgtEl>
                                        <p:attrNameLst>
                                          <p:attrName>style.visibility</p:attrName>
                                        </p:attrNameLst>
                                      </p:cBhvr>
                                      <p:to>
                                        <p:strVal val="visible"/>
                                      </p:to>
                                    </p:set>
                                    <p:anim calcmode="lin" valueType="num">
                                      <p:cBhvr additive="base">
                                        <p:cTn id="49" dur="500" fill="hold"/>
                                        <p:tgtEl>
                                          <p:spTgt spid="5">
                                            <p:graphicEl>
                                              <a:dgm id="{D2E3869D-FE25-4303-BEFE-48D1D1A875B4}"/>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graphicEl>
                                              <a:dgm id="{D2E3869D-FE25-4303-BEFE-48D1D1A875B4}"/>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
                                            <p:graphicEl>
                                              <a:dgm id="{3D61E36C-2C99-46FD-9EEB-23FF6D656542}"/>
                                            </p:graphicEl>
                                          </p:spTgt>
                                        </p:tgtEl>
                                        <p:attrNameLst>
                                          <p:attrName>style.visibility</p:attrName>
                                        </p:attrNameLst>
                                      </p:cBhvr>
                                      <p:to>
                                        <p:strVal val="visible"/>
                                      </p:to>
                                    </p:set>
                                    <p:anim calcmode="lin" valueType="num">
                                      <p:cBhvr additive="base">
                                        <p:cTn id="55" dur="500" fill="hold"/>
                                        <p:tgtEl>
                                          <p:spTgt spid="5">
                                            <p:graphicEl>
                                              <a:dgm id="{3D61E36C-2C99-46FD-9EEB-23FF6D656542}"/>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graphicEl>
                                              <a:dgm id="{3D61E36C-2C99-46FD-9EEB-23FF6D65654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000" dirty="0" smtClean="0"/>
              <a:t>PMP(Project Management Professional)</a:t>
            </a:r>
            <a:r>
              <a:rPr lang="zh-CN" altLang="en-US" sz="2000" dirty="0" smtClean="0"/>
              <a:t>是美国项目管理协会（</a:t>
            </a:r>
            <a:r>
              <a:rPr lang="en-US" altLang="zh-CN" sz="2000" dirty="0" smtClean="0"/>
              <a:t>PMI</a:t>
            </a:r>
            <a:r>
              <a:rPr lang="zh-CN" altLang="en-US" sz="2000" dirty="0" smtClean="0"/>
              <a:t>）发起建立的认证考试，其目的是为了给项目管理人员提供统一的</a:t>
            </a:r>
            <a:r>
              <a:rPr lang="zh-CN" altLang="en-US" sz="2000" dirty="0" smtClean="0">
                <a:solidFill>
                  <a:srgbClr val="FF0000"/>
                </a:solidFill>
              </a:rPr>
              <a:t>行业标准</a:t>
            </a:r>
            <a:endParaRPr lang="en-US" altLang="zh-CN" sz="2000" dirty="0" smtClean="0">
              <a:solidFill>
                <a:srgbClr val="FF0000"/>
              </a:solidFill>
            </a:endParaRPr>
          </a:p>
          <a:p>
            <a:r>
              <a:rPr lang="en-US" altLang="zh-CN" sz="2000" dirty="0" smtClean="0"/>
              <a:t>IPMP</a:t>
            </a:r>
            <a:r>
              <a:rPr lang="zh-CN" altLang="en-US" sz="2000" dirty="0" smtClean="0"/>
              <a:t>（ </a:t>
            </a:r>
            <a:r>
              <a:rPr lang="en-US" altLang="zh-CN" sz="2000" dirty="0" smtClean="0"/>
              <a:t>International Project Management Professional</a:t>
            </a:r>
            <a:r>
              <a:rPr lang="zh-CN" altLang="en-US" sz="2000" dirty="0" smtClean="0"/>
              <a:t>） 是国际项目管理协会</a:t>
            </a:r>
            <a:r>
              <a:rPr lang="en-US" altLang="zh-CN" sz="2000" dirty="0" smtClean="0"/>
              <a:t>(IPMA)</a:t>
            </a:r>
            <a:r>
              <a:rPr lang="zh-CN" altLang="en-US" sz="2000" dirty="0" smtClean="0"/>
              <a:t>在全球推行的四级项目管理专业资质认证体系的总称。</a:t>
            </a:r>
            <a:r>
              <a:rPr lang="en-US" altLang="zh-CN" sz="2000" dirty="0" smtClean="0"/>
              <a:t>IPMA</a:t>
            </a:r>
            <a:r>
              <a:rPr lang="zh-CN" altLang="en-US" sz="2000" dirty="0" smtClean="0"/>
              <a:t>依据国际项目管理专业资质标准，将项目管理专业人员资质认证划分为四个等级，即</a:t>
            </a:r>
            <a:r>
              <a:rPr lang="en-US" altLang="zh-CN" sz="2000" dirty="0" smtClean="0"/>
              <a:t>A</a:t>
            </a:r>
            <a:r>
              <a:rPr lang="zh-CN" altLang="en-US" sz="2000" dirty="0" smtClean="0"/>
              <a:t>级、</a:t>
            </a:r>
            <a:r>
              <a:rPr lang="en-US" altLang="zh-CN" sz="2000" dirty="0" smtClean="0"/>
              <a:t>B</a:t>
            </a:r>
            <a:r>
              <a:rPr lang="zh-CN" altLang="en-US" sz="2000" dirty="0" smtClean="0"/>
              <a:t>级、</a:t>
            </a:r>
            <a:r>
              <a:rPr lang="en-US" altLang="zh-CN" sz="2000" dirty="0" smtClean="0"/>
              <a:t>C</a:t>
            </a:r>
            <a:r>
              <a:rPr lang="zh-CN" altLang="en-US" sz="2000" dirty="0" smtClean="0"/>
              <a:t>级、</a:t>
            </a:r>
            <a:r>
              <a:rPr lang="en-US" altLang="zh-CN" sz="2000" dirty="0" smtClean="0"/>
              <a:t>D</a:t>
            </a:r>
            <a:r>
              <a:rPr lang="zh-CN" altLang="en-US" sz="2000" dirty="0" smtClean="0"/>
              <a:t>级</a:t>
            </a:r>
            <a:endParaRPr lang="en-US" altLang="zh-CN" sz="2000" dirty="0" smtClean="0"/>
          </a:p>
          <a:p>
            <a:r>
              <a:rPr lang="en-US" altLang="zh-CN" sz="2000" dirty="0" smtClean="0"/>
              <a:t>PRINCE2 </a:t>
            </a:r>
            <a:r>
              <a:rPr lang="zh-CN" altLang="en-US" sz="2000" dirty="0" smtClean="0"/>
              <a:t>在英国公共部门广泛应用。最初是为</a:t>
            </a:r>
            <a:r>
              <a:rPr lang="en-US" altLang="zh-CN" sz="2000" dirty="0" smtClean="0"/>
              <a:t>IT</a:t>
            </a:r>
            <a:r>
              <a:rPr lang="zh-CN" altLang="en-US" sz="2000" dirty="0" smtClean="0"/>
              <a:t>行业开发的，现在已发展成为通用于各种大小、各个领域的项目的管理方法</a:t>
            </a:r>
            <a:endParaRPr lang="en-US" altLang="zh-CN" sz="2000" dirty="0" smtClean="0"/>
          </a:p>
          <a:p>
            <a:r>
              <a:rPr lang="en-US" altLang="zh-CN" sz="2000" dirty="0" smtClean="0"/>
              <a:t>CPMP(China Project Management Professional)</a:t>
            </a:r>
            <a:r>
              <a:rPr lang="zh-CN" altLang="en-US" sz="2000" dirty="0" smtClean="0"/>
              <a:t>是中华人民共和国劳动和社会保障部在全国范围内推行的项目管理专业人员资格认证体系的总称</a:t>
            </a:r>
            <a:endParaRPr lang="zh-CN" altLang="en-US" sz="2000" dirty="0"/>
          </a:p>
        </p:txBody>
      </p:sp>
      <p:sp>
        <p:nvSpPr>
          <p:cNvPr id="3" name="标题 2"/>
          <p:cNvSpPr>
            <a:spLocks noGrp="1"/>
          </p:cNvSpPr>
          <p:nvPr>
            <p:ph type="title"/>
          </p:nvPr>
        </p:nvSpPr>
        <p:spPr/>
        <p:txBody>
          <a:bodyPr/>
          <a:lstStyle/>
          <a:p>
            <a:r>
              <a:rPr lang="zh-CN" altLang="en-US" dirty="0" smtClean="0"/>
              <a:t>项目管理认证</a:t>
            </a:r>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357166"/>
          <a:ext cx="8229600" cy="5649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285720" y="1214422"/>
          <a:ext cx="8540750" cy="49292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3250" name="标题 1"/>
          <p:cNvSpPr>
            <a:spLocks noGrp="1"/>
          </p:cNvSpPr>
          <p:nvPr>
            <p:ph type="title"/>
          </p:nvPr>
        </p:nvSpPr>
        <p:spPr/>
        <p:txBody>
          <a:bodyPr/>
          <a:lstStyle/>
          <a:p>
            <a:pPr fontAlgn="auto">
              <a:spcAft>
                <a:spcPts val="0"/>
              </a:spcAft>
              <a:defRPr/>
            </a:pPr>
            <a:r>
              <a:rPr lang="zh-CN" altLang="en-US" dirty="0" smtClean="0"/>
              <a:t>你应该懂得的！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414E3E6F-042F-4FD8-B73C-E6F3CC7E72F2}"/>
                                            </p:graphicEl>
                                          </p:spTgt>
                                        </p:tgtEl>
                                        <p:attrNameLst>
                                          <p:attrName>style.visibility</p:attrName>
                                        </p:attrNameLst>
                                      </p:cBhvr>
                                      <p:to>
                                        <p:strVal val="visible"/>
                                      </p:to>
                                    </p:set>
                                    <p:anim calcmode="lin" valueType="num">
                                      <p:cBhvr additive="base">
                                        <p:cTn id="7" dur="500" fill="hold"/>
                                        <p:tgtEl>
                                          <p:spTgt spid="4">
                                            <p:graphicEl>
                                              <a:dgm id="{414E3E6F-042F-4FD8-B73C-E6F3CC7E72F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414E3E6F-042F-4FD8-B73C-E6F3CC7E72F2}"/>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76D353D2-445C-4158-9FAD-8BA0422117FA}"/>
                                            </p:graphicEl>
                                          </p:spTgt>
                                        </p:tgtEl>
                                        <p:attrNameLst>
                                          <p:attrName>style.visibility</p:attrName>
                                        </p:attrNameLst>
                                      </p:cBhvr>
                                      <p:to>
                                        <p:strVal val="visible"/>
                                      </p:to>
                                    </p:set>
                                    <p:anim calcmode="lin" valueType="num">
                                      <p:cBhvr additive="base">
                                        <p:cTn id="13" dur="500" fill="hold"/>
                                        <p:tgtEl>
                                          <p:spTgt spid="4">
                                            <p:graphicEl>
                                              <a:dgm id="{76D353D2-445C-4158-9FAD-8BA0422117F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76D353D2-445C-4158-9FAD-8BA0422117F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6DB47637-1D69-41CB-8866-E0525D999C02}"/>
                                            </p:graphicEl>
                                          </p:spTgt>
                                        </p:tgtEl>
                                        <p:attrNameLst>
                                          <p:attrName>style.visibility</p:attrName>
                                        </p:attrNameLst>
                                      </p:cBhvr>
                                      <p:to>
                                        <p:strVal val="visible"/>
                                      </p:to>
                                    </p:set>
                                    <p:anim calcmode="lin" valueType="num">
                                      <p:cBhvr additive="base">
                                        <p:cTn id="19" dur="500" fill="hold"/>
                                        <p:tgtEl>
                                          <p:spTgt spid="4">
                                            <p:graphicEl>
                                              <a:dgm id="{6DB47637-1D69-41CB-8866-E0525D999C02}"/>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6DB47637-1D69-41CB-8866-E0525D999C02}"/>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FC2B1745-9C35-4BD6-8F6F-C88F6E75DE61}"/>
                                            </p:graphicEl>
                                          </p:spTgt>
                                        </p:tgtEl>
                                        <p:attrNameLst>
                                          <p:attrName>style.visibility</p:attrName>
                                        </p:attrNameLst>
                                      </p:cBhvr>
                                      <p:to>
                                        <p:strVal val="visible"/>
                                      </p:to>
                                    </p:set>
                                    <p:anim calcmode="lin" valueType="num">
                                      <p:cBhvr additive="base">
                                        <p:cTn id="25" dur="500" fill="hold"/>
                                        <p:tgtEl>
                                          <p:spTgt spid="4">
                                            <p:graphicEl>
                                              <a:dgm id="{FC2B1745-9C35-4BD6-8F6F-C88F6E75DE6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FC2B1745-9C35-4BD6-8F6F-C88F6E75DE61}"/>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4EEEE5BF-D3B9-4441-9EC5-29B8196D469C}"/>
                                            </p:graphicEl>
                                          </p:spTgt>
                                        </p:tgtEl>
                                        <p:attrNameLst>
                                          <p:attrName>style.visibility</p:attrName>
                                        </p:attrNameLst>
                                      </p:cBhvr>
                                      <p:to>
                                        <p:strVal val="visible"/>
                                      </p:to>
                                    </p:set>
                                    <p:anim calcmode="lin" valueType="num">
                                      <p:cBhvr additive="base">
                                        <p:cTn id="31" dur="500" fill="hold"/>
                                        <p:tgtEl>
                                          <p:spTgt spid="4">
                                            <p:graphicEl>
                                              <a:dgm id="{4EEEE5BF-D3B9-4441-9EC5-29B8196D469C}"/>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4EEEE5BF-D3B9-4441-9EC5-29B8196D469C}"/>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88FF986E-B495-48D7-A6E4-667C5BAD9368}"/>
                                            </p:graphicEl>
                                          </p:spTgt>
                                        </p:tgtEl>
                                        <p:attrNameLst>
                                          <p:attrName>style.visibility</p:attrName>
                                        </p:attrNameLst>
                                      </p:cBhvr>
                                      <p:to>
                                        <p:strVal val="visible"/>
                                      </p:to>
                                    </p:set>
                                    <p:anim calcmode="lin" valueType="num">
                                      <p:cBhvr additive="base">
                                        <p:cTn id="37" dur="500" fill="hold"/>
                                        <p:tgtEl>
                                          <p:spTgt spid="4">
                                            <p:graphicEl>
                                              <a:dgm id="{88FF986E-B495-48D7-A6E4-667C5BAD936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88FF986E-B495-48D7-A6E4-667C5BAD9368}"/>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26EF2EB9-85EB-44CD-9E89-3A8CE90A7875}"/>
                                            </p:graphicEl>
                                          </p:spTgt>
                                        </p:tgtEl>
                                        <p:attrNameLst>
                                          <p:attrName>style.visibility</p:attrName>
                                        </p:attrNameLst>
                                      </p:cBhvr>
                                      <p:to>
                                        <p:strVal val="visible"/>
                                      </p:to>
                                    </p:set>
                                    <p:anim calcmode="lin" valueType="num">
                                      <p:cBhvr additive="base">
                                        <p:cTn id="43" dur="500" fill="hold"/>
                                        <p:tgtEl>
                                          <p:spTgt spid="4">
                                            <p:graphicEl>
                                              <a:dgm id="{26EF2EB9-85EB-44CD-9E89-3A8CE90A787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26EF2EB9-85EB-44CD-9E89-3A8CE90A787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dirty="0"/>
          </a:p>
        </p:txBody>
      </p:sp>
      <p:graphicFrame>
        <p:nvGraphicFramePr>
          <p:cNvPr id="4" name="内容占位符 3"/>
          <p:cNvGraphicFramePr>
            <a:graphicFrameLocks noGrp="1"/>
          </p:cNvGraphicFramePr>
          <p:nvPr>
            <p:ph idx="1"/>
          </p:nvPr>
        </p:nvGraphicFramePr>
        <p:xfrm>
          <a:off x="457200" y="357166"/>
          <a:ext cx="8229600" cy="5715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07F7052D-484B-4CD9-A4F5-641C14C5445B}"/>
                                            </p:graphicEl>
                                          </p:spTgt>
                                        </p:tgtEl>
                                        <p:attrNameLst>
                                          <p:attrName>style.visibility</p:attrName>
                                        </p:attrNameLst>
                                      </p:cBhvr>
                                      <p:to>
                                        <p:strVal val="visible"/>
                                      </p:to>
                                    </p:set>
                                    <p:anim calcmode="lin" valueType="num">
                                      <p:cBhvr additive="base">
                                        <p:cTn id="7" dur="500" fill="hold"/>
                                        <p:tgtEl>
                                          <p:spTgt spid="4">
                                            <p:graphicEl>
                                              <a:dgm id="{07F7052D-484B-4CD9-A4F5-641C14C5445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07F7052D-484B-4CD9-A4F5-641C14C5445B}"/>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79CF4D06-9FBC-440C-B155-78947E496763}"/>
                                            </p:graphicEl>
                                          </p:spTgt>
                                        </p:tgtEl>
                                        <p:attrNameLst>
                                          <p:attrName>style.visibility</p:attrName>
                                        </p:attrNameLst>
                                      </p:cBhvr>
                                      <p:to>
                                        <p:strVal val="visible"/>
                                      </p:to>
                                    </p:set>
                                    <p:anim calcmode="lin" valueType="num">
                                      <p:cBhvr additive="base">
                                        <p:cTn id="13" dur="500" fill="hold"/>
                                        <p:tgtEl>
                                          <p:spTgt spid="4">
                                            <p:graphicEl>
                                              <a:dgm id="{79CF4D06-9FBC-440C-B155-78947E49676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79CF4D06-9FBC-440C-B155-78947E496763}"/>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FC689364-D6D6-403A-A39E-7CCD28FC0FAC}"/>
                                            </p:graphicEl>
                                          </p:spTgt>
                                        </p:tgtEl>
                                        <p:attrNameLst>
                                          <p:attrName>style.visibility</p:attrName>
                                        </p:attrNameLst>
                                      </p:cBhvr>
                                      <p:to>
                                        <p:strVal val="visible"/>
                                      </p:to>
                                    </p:set>
                                    <p:anim calcmode="lin" valueType="num">
                                      <p:cBhvr additive="base">
                                        <p:cTn id="19" dur="500" fill="hold"/>
                                        <p:tgtEl>
                                          <p:spTgt spid="4">
                                            <p:graphicEl>
                                              <a:dgm id="{FC689364-D6D6-403A-A39E-7CCD28FC0FAC}"/>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FC689364-D6D6-403A-A39E-7CCD28FC0FAC}"/>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660F7D61-6A2E-4012-8A86-097D5ADEB081}"/>
                                            </p:graphicEl>
                                          </p:spTgt>
                                        </p:tgtEl>
                                        <p:attrNameLst>
                                          <p:attrName>style.visibility</p:attrName>
                                        </p:attrNameLst>
                                      </p:cBhvr>
                                      <p:to>
                                        <p:strVal val="visible"/>
                                      </p:to>
                                    </p:set>
                                    <p:anim calcmode="lin" valueType="num">
                                      <p:cBhvr additive="base">
                                        <p:cTn id="25" dur="500" fill="hold"/>
                                        <p:tgtEl>
                                          <p:spTgt spid="4">
                                            <p:graphicEl>
                                              <a:dgm id="{660F7D61-6A2E-4012-8A86-097D5ADEB08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660F7D61-6A2E-4012-8A86-097D5ADEB081}"/>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91E6EC00-7E2B-4235-A962-FA0CCA46335C}"/>
                                            </p:graphicEl>
                                          </p:spTgt>
                                        </p:tgtEl>
                                        <p:attrNameLst>
                                          <p:attrName>style.visibility</p:attrName>
                                        </p:attrNameLst>
                                      </p:cBhvr>
                                      <p:to>
                                        <p:strVal val="visible"/>
                                      </p:to>
                                    </p:set>
                                    <p:anim calcmode="lin" valueType="num">
                                      <p:cBhvr additive="base">
                                        <p:cTn id="31" dur="500" fill="hold"/>
                                        <p:tgtEl>
                                          <p:spTgt spid="4">
                                            <p:graphicEl>
                                              <a:dgm id="{91E6EC00-7E2B-4235-A962-FA0CCA46335C}"/>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91E6EC00-7E2B-4235-A962-FA0CCA46335C}"/>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B251089A-C222-404D-8966-9A3B1F2E374D}"/>
                                            </p:graphicEl>
                                          </p:spTgt>
                                        </p:tgtEl>
                                        <p:attrNameLst>
                                          <p:attrName>style.visibility</p:attrName>
                                        </p:attrNameLst>
                                      </p:cBhvr>
                                      <p:to>
                                        <p:strVal val="visible"/>
                                      </p:to>
                                    </p:set>
                                    <p:anim calcmode="lin" valueType="num">
                                      <p:cBhvr additive="base">
                                        <p:cTn id="37" dur="500" fill="hold"/>
                                        <p:tgtEl>
                                          <p:spTgt spid="4">
                                            <p:graphicEl>
                                              <a:dgm id="{B251089A-C222-404D-8966-9A3B1F2E374D}"/>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B251089A-C222-404D-8966-9A3B1F2E374D}"/>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61B8182E-7978-495E-8EAC-7CEA5DD03BEB}"/>
                                            </p:graphicEl>
                                          </p:spTgt>
                                        </p:tgtEl>
                                        <p:attrNameLst>
                                          <p:attrName>style.visibility</p:attrName>
                                        </p:attrNameLst>
                                      </p:cBhvr>
                                      <p:to>
                                        <p:strVal val="visible"/>
                                      </p:to>
                                    </p:set>
                                    <p:anim calcmode="lin" valueType="num">
                                      <p:cBhvr additive="base">
                                        <p:cTn id="43" dur="500" fill="hold"/>
                                        <p:tgtEl>
                                          <p:spTgt spid="4">
                                            <p:graphicEl>
                                              <a:dgm id="{61B8182E-7978-495E-8EAC-7CEA5DD03BEB}"/>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61B8182E-7978-495E-8EAC-7CEA5DD03BEB}"/>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graphicEl>
                                              <a:dgm id="{E9DFE74F-E19B-45A9-BD2D-C5DAD2E64BC7}"/>
                                            </p:graphicEl>
                                          </p:spTgt>
                                        </p:tgtEl>
                                        <p:attrNameLst>
                                          <p:attrName>style.visibility</p:attrName>
                                        </p:attrNameLst>
                                      </p:cBhvr>
                                      <p:to>
                                        <p:strVal val="visible"/>
                                      </p:to>
                                    </p:set>
                                    <p:anim calcmode="lin" valueType="num">
                                      <p:cBhvr additive="base">
                                        <p:cTn id="49" dur="500" fill="hold"/>
                                        <p:tgtEl>
                                          <p:spTgt spid="4">
                                            <p:graphicEl>
                                              <a:dgm id="{E9DFE74F-E19B-45A9-BD2D-C5DAD2E64BC7}"/>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E9DFE74F-E19B-45A9-BD2D-C5DAD2E64BC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内容占位符 2"/>
          <p:cNvSpPr>
            <a:spLocks noGrp="1"/>
          </p:cNvSpPr>
          <p:nvPr>
            <p:ph idx="1"/>
          </p:nvPr>
        </p:nvSpPr>
        <p:spPr/>
        <p:txBody>
          <a:bodyPr/>
          <a:lstStyle/>
          <a:p>
            <a:pPr algn="ctr">
              <a:buFont typeface="Wingdings" pitchFamily="2" charset="2"/>
              <a:buNone/>
            </a:pPr>
            <a:endParaRPr lang="en-US" altLang="zh-CN" smtClean="0"/>
          </a:p>
          <a:p>
            <a:pPr algn="ctr">
              <a:buFont typeface="Wingdings" pitchFamily="2" charset="2"/>
              <a:buNone/>
            </a:pPr>
            <a:r>
              <a:rPr lang="zh-CN" altLang="en-US" smtClean="0"/>
              <a:t>相信自己，坚持下去！</a:t>
            </a:r>
            <a:endParaRPr lang="en-US" altLang="zh-CN" smtClean="0"/>
          </a:p>
          <a:p>
            <a:pPr algn="ctr">
              <a:buFont typeface="Wingdings" pitchFamily="2" charset="2"/>
              <a:buNone/>
            </a:pPr>
            <a:endParaRPr lang="en-US" altLang="zh-CN" smtClean="0"/>
          </a:p>
          <a:p>
            <a:pPr algn="ctr">
              <a:buFont typeface="Wingdings" pitchFamily="2" charset="2"/>
              <a:buNone/>
            </a:pPr>
            <a:r>
              <a:rPr lang="zh-CN" altLang="en-US" smtClean="0"/>
              <a:t>成功对你只是个时间问题！</a:t>
            </a:r>
          </a:p>
        </p:txBody>
      </p:sp>
      <p:sp>
        <p:nvSpPr>
          <p:cNvPr id="54274" name="标题 1"/>
          <p:cNvSpPr>
            <a:spLocks noGrp="1"/>
          </p:cNvSpPr>
          <p:nvPr>
            <p:ph type="title"/>
          </p:nvPr>
        </p:nvSpPr>
        <p:spPr/>
        <p:txBody>
          <a:bodyPr/>
          <a:lstStyle/>
          <a:p>
            <a:pPr fontAlgn="auto">
              <a:spcAft>
                <a:spcPts val="0"/>
              </a:spcAft>
              <a:defRPr/>
            </a:pPr>
            <a:endParaRPr lang="zh-CN" altLang="en-US" smtClean="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2"/>
          <p:cNvSpPr>
            <a:spLocks noGrp="1"/>
          </p:cNvSpPr>
          <p:nvPr>
            <p:ph idx="1"/>
          </p:nvPr>
        </p:nvSpPr>
        <p:spPr/>
        <p:txBody>
          <a:bodyPr/>
          <a:lstStyle/>
          <a:p>
            <a:pPr algn="ctr">
              <a:buFont typeface="Wingdings" pitchFamily="2" charset="2"/>
              <a:buNone/>
            </a:pPr>
            <a:endParaRPr lang="en-US" altLang="zh-CN" smtClean="0"/>
          </a:p>
          <a:p>
            <a:pPr algn="ctr">
              <a:buFont typeface="Wingdings" pitchFamily="2" charset="2"/>
              <a:buNone/>
            </a:pPr>
            <a:endParaRPr lang="en-US" altLang="zh-CN" smtClean="0"/>
          </a:p>
          <a:p>
            <a:pPr algn="ctr">
              <a:buFont typeface="Wingdings" pitchFamily="2" charset="2"/>
              <a:buNone/>
            </a:pPr>
            <a:r>
              <a:rPr lang="zh-CN" altLang="en-US" smtClean="0"/>
              <a:t>谢谢大家！</a:t>
            </a:r>
          </a:p>
        </p:txBody>
      </p:sp>
      <p:sp>
        <p:nvSpPr>
          <p:cNvPr id="55298" name="标题 1"/>
          <p:cNvSpPr>
            <a:spLocks noGrp="1"/>
          </p:cNvSpPr>
          <p:nvPr>
            <p:ph type="title"/>
          </p:nvPr>
        </p:nvSpPr>
        <p:spPr/>
        <p:txBody>
          <a:bodyPr/>
          <a:lstStyle/>
          <a:p>
            <a:pPr fontAlgn="auto">
              <a:spcAft>
                <a:spcPts val="0"/>
              </a:spcAft>
              <a:defRPr/>
            </a:pPr>
            <a:endParaRPr lang="zh-CN" altLang="en-US" smtClean="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en-US" altLang="zh-CN" dirty="0" smtClean="0"/>
          </a:p>
          <a:p>
            <a:endParaRPr lang="zh-CN" altLang="en-US" dirty="0"/>
          </a:p>
        </p:txBody>
      </p:sp>
      <p:sp>
        <p:nvSpPr>
          <p:cNvPr id="3" name="标题 2"/>
          <p:cNvSpPr>
            <a:spLocks noGrp="1"/>
          </p:cNvSpPr>
          <p:nvPr>
            <p:ph type="title"/>
          </p:nvPr>
        </p:nvSpPr>
        <p:spPr/>
        <p:txBody>
          <a:bodyPr>
            <a:normAutofit/>
          </a:bodyPr>
          <a:lstStyle/>
          <a:p>
            <a:r>
              <a:rPr lang="zh-CN" altLang="en-US" dirty="0" smtClean="0"/>
              <a:t>欢迎关注个人微信公众号</a:t>
            </a:r>
            <a:r>
              <a:rPr lang="en-US" altLang="zh-CN" dirty="0" smtClean="0"/>
              <a:t/>
            </a:r>
            <a:br>
              <a:rPr lang="en-US" altLang="zh-CN" dirty="0" smtClean="0"/>
            </a:br>
            <a:r>
              <a:rPr lang="zh-CN" altLang="en-US" sz="2200" dirty="0" smtClean="0"/>
              <a:t>职业</a:t>
            </a:r>
            <a:r>
              <a:rPr lang="zh-CN" altLang="en-US" sz="2200" dirty="0" smtClean="0"/>
              <a:t>发展与心灵</a:t>
            </a:r>
            <a:r>
              <a:rPr lang="zh-CN" altLang="en-US" sz="2200" dirty="0" smtClean="0"/>
              <a:t>成长的家园</a:t>
            </a:r>
            <a:endParaRPr lang="zh-CN" altLang="en-US" sz="2200" dirty="0"/>
          </a:p>
        </p:txBody>
      </p:sp>
      <p:pic>
        <p:nvPicPr>
          <p:cNvPr id="4" name="图片 3" descr="qrcode_for_gh_4a27177f1250_344.jpg"/>
          <p:cNvPicPr>
            <a:picLocks noChangeAspect="1"/>
          </p:cNvPicPr>
          <p:nvPr/>
        </p:nvPicPr>
        <p:blipFill>
          <a:blip r:embed="rId2"/>
          <a:stretch>
            <a:fillRect/>
          </a:stretch>
        </p:blipFill>
        <p:spPr>
          <a:xfrm>
            <a:off x="2214546" y="1357298"/>
            <a:ext cx="4368800" cy="4368800"/>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CCE8C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聚合">
    <a:dk1>
      <a:sysClr val="windowText" lastClr="000000"/>
    </a:dk1>
    <a:lt1>
      <a:sysClr val="window" lastClr="CCE8C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聚合">
    <a:dk1>
      <a:sysClr val="windowText" lastClr="000000"/>
    </a:dk1>
    <a:lt1>
      <a:sysClr val="window" lastClr="CCE8C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聚合">
    <a:dk1>
      <a:sysClr val="windowText" lastClr="000000"/>
    </a:dk1>
    <a:lt1>
      <a:sysClr val="window" lastClr="CCE8C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聚合">
    <a:dk1>
      <a:sysClr val="windowText" lastClr="000000"/>
    </a:dk1>
    <a:lt1>
      <a:sysClr val="window" lastClr="CCE8C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12214</TotalTime>
  <Words>2074</Words>
  <Application>Microsoft Office PowerPoint</Application>
  <PresentationFormat>全屏显示(4:3)</PresentationFormat>
  <Paragraphs>230</Paragraphs>
  <Slides>51</Slides>
  <Notes>2</Notes>
  <HiddenSlides>0</HiddenSlides>
  <MMClips>0</MMClips>
  <ScaleCrop>false</ScaleCrop>
  <HeadingPairs>
    <vt:vector size="4" baseType="variant">
      <vt:variant>
        <vt:lpstr>主题</vt:lpstr>
      </vt:variant>
      <vt:variant>
        <vt:i4>1</vt:i4>
      </vt:variant>
      <vt:variant>
        <vt:lpstr>幻灯片标题</vt:lpstr>
      </vt:variant>
      <vt:variant>
        <vt:i4>51</vt:i4>
      </vt:variant>
    </vt:vector>
  </HeadingPairs>
  <TitlesOfParts>
    <vt:vector size="52" baseType="lpstr">
      <vt:lpstr>聚合</vt:lpstr>
      <vt:lpstr>项目管理    讲师：李廷伟 puppyli@163.com </vt:lpstr>
      <vt:lpstr>为什么讲项目管理？</vt:lpstr>
      <vt:lpstr>幻灯片 3</vt:lpstr>
      <vt:lpstr>幻灯片 4</vt:lpstr>
      <vt:lpstr>幻灯片 5</vt:lpstr>
      <vt:lpstr>哪些同学受益更大？</vt:lpstr>
      <vt:lpstr>今天把大家领进门</vt:lpstr>
      <vt:lpstr>项目管理之旅</vt:lpstr>
      <vt:lpstr>幻灯片 9</vt:lpstr>
      <vt:lpstr>什么是项目？</vt:lpstr>
      <vt:lpstr>项目定义</vt:lpstr>
      <vt:lpstr>什么是项目？</vt:lpstr>
      <vt:lpstr>我们身边存在哪些项目？</vt:lpstr>
      <vt:lpstr>什么是项目管理？</vt:lpstr>
      <vt:lpstr>幻灯片 15</vt:lpstr>
      <vt:lpstr>通俗的解释“项目管理”</vt:lpstr>
      <vt:lpstr>幻灯片 17</vt:lpstr>
      <vt:lpstr>项目经理</vt:lpstr>
      <vt:lpstr>项目生命周期</vt:lpstr>
      <vt:lpstr>组织结构</vt:lpstr>
      <vt:lpstr>职能型</vt:lpstr>
      <vt:lpstr>矩阵型</vt:lpstr>
      <vt:lpstr>项目型</vt:lpstr>
      <vt:lpstr>幻灯片 24</vt:lpstr>
      <vt:lpstr>幻灯片 25</vt:lpstr>
      <vt:lpstr>请问你如何做这个项目？</vt:lpstr>
      <vt:lpstr>幻灯片 27</vt:lpstr>
      <vt:lpstr>项目管理包含</vt:lpstr>
      <vt:lpstr>五大过程组</vt:lpstr>
      <vt:lpstr>十大知识领域</vt:lpstr>
      <vt:lpstr>四十七个过程</vt:lpstr>
      <vt:lpstr>幻灯片 32</vt:lpstr>
      <vt:lpstr>项目管理的重点关注</vt:lpstr>
      <vt:lpstr>一起来解答项目管理问题</vt:lpstr>
      <vt:lpstr>幻灯片 35</vt:lpstr>
      <vt:lpstr>我们身边存在哪些项目？</vt:lpstr>
      <vt:lpstr>你如何完成这两个项目？</vt:lpstr>
      <vt:lpstr>幻灯片 38</vt:lpstr>
      <vt:lpstr>项目经理需具备条件</vt:lpstr>
      <vt:lpstr>优秀项目经理的能力</vt:lpstr>
      <vt:lpstr>应该拥有的心态</vt:lpstr>
      <vt:lpstr>幻灯片 42</vt:lpstr>
      <vt:lpstr>幻灯片 43</vt:lpstr>
      <vt:lpstr>幻灯片 44</vt:lpstr>
      <vt:lpstr>项目管理认证</vt:lpstr>
      <vt:lpstr>幻灯片 46</vt:lpstr>
      <vt:lpstr>你应该懂得的！</vt:lpstr>
      <vt:lpstr>幻灯片 48</vt:lpstr>
      <vt:lpstr>幻灯片 49</vt:lpstr>
      <vt:lpstr>幻灯片 50</vt:lpstr>
      <vt:lpstr>欢迎关注个人微信公众号 职业发展与心灵成长的家园</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操作系统基础</dc:title>
  <dc:creator>ThinkPad</dc:creator>
  <cp:lastModifiedBy>ThinkPad</cp:lastModifiedBy>
  <cp:revision>1175</cp:revision>
  <dcterms:created xsi:type="dcterms:W3CDTF">2010-08-05T02:28:01Z</dcterms:created>
  <dcterms:modified xsi:type="dcterms:W3CDTF">2014-04-11T14:08:13Z</dcterms:modified>
</cp:coreProperties>
</file>